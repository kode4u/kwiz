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0267275" cy="42794238"/>
  <p:notesSz cx="7099300" cy="10234613"/>
  <p:embeddedFontLst>
    <p:embeddedFont>
      <p:font typeface="Roboto" panose="02000000000000000000"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479">
          <p15:clr>
            <a:srgbClr val="A4A3A4"/>
          </p15:clr>
        </p15:guide>
        <p15:guide id="2" pos="959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gBmluhLdgIfTTb5tg8Alymd37C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7980"/>
    <a:srgbClr val="65A3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3"/>
    <p:restoredTop sz="94687"/>
  </p:normalViewPr>
  <p:slideViewPr>
    <p:cSldViewPr snapToGrid="0">
      <p:cViewPr>
        <p:scale>
          <a:sx n="35" d="100"/>
          <a:sy n="35" d="100"/>
        </p:scale>
        <p:origin x="2296" y="144"/>
      </p:cViewPr>
      <p:guideLst>
        <p:guide orient="horz" pos="13479"/>
        <p:guide pos="95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363" cy="513508"/>
          </a:xfrm>
          <a:prstGeom prst="rect">
            <a:avLst/>
          </a:prstGeom>
          <a:noFill/>
          <a:ln>
            <a:noFill/>
          </a:ln>
        </p:spPr>
        <p:txBody>
          <a:bodyPr spcFirstLastPara="1" wrap="square" lIns="99025" tIns="49500" rIns="99025" bIns="495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294" y="0"/>
            <a:ext cx="3076363" cy="513508"/>
          </a:xfrm>
          <a:prstGeom prst="rect">
            <a:avLst/>
          </a:prstGeom>
          <a:noFill/>
          <a:ln>
            <a:noFill/>
          </a:ln>
        </p:spPr>
        <p:txBody>
          <a:bodyPr spcFirstLastPara="1" wrap="square" lIns="99025" tIns="49500" rIns="99025" bIns="495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28863" y="1279525"/>
            <a:ext cx="24415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930" y="4925407"/>
            <a:ext cx="5679440" cy="4029879"/>
          </a:xfrm>
          <a:prstGeom prst="rect">
            <a:avLst/>
          </a:prstGeom>
          <a:noFill/>
          <a:ln>
            <a:noFill/>
          </a:ln>
        </p:spPr>
        <p:txBody>
          <a:bodyPr spcFirstLastPara="1" wrap="square" lIns="99025" tIns="49500" rIns="99025" bIns="495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576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7"/>
            <a:ext cx="3076363" cy="513506"/>
          </a:xfrm>
          <a:prstGeom prst="rect">
            <a:avLst/>
          </a:prstGeom>
          <a:noFill/>
          <a:ln>
            <a:noFill/>
          </a:ln>
        </p:spPr>
        <p:txBody>
          <a:bodyPr spcFirstLastPara="1" wrap="square" lIns="99025" tIns="49500" rIns="99025" bIns="495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294" y="9721107"/>
            <a:ext cx="3076363" cy="513506"/>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2328863" y="1279525"/>
            <a:ext cx="24415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09930" y="4925407"/>
            <a:ext cx="5679440" cy="4029879"/>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4021294" y="9721107"/>
            <a:ext cx="3076363" cy="513506"/>
          </a:xfrm>
          <a:prstGeom prst="rect">
            <a:avLst/>
          </a:prstGeom>
          <a:noFill/>
          <a:ln>
            <a:noFill/>
          </a:ln>
        </p:spPr>
        <p:txBody>
          <a:bodyPr spcFirstLastPara="1" wrap="square" lIns="99025" tIns="49500" rIns="99025" bIns="49500" anchor="b" anchorCtr="0">
            <a:noAutofit/>
          </a:bodyPr>
          <a:lstStyle/>
          <a:p>
            <a:pPr marL="0" lvl="0" indent="0" algn="r" rtl="0">
              <a:lnSpc>
                <a:spcPct val="100000"/>
              </a:lnSpc>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080876" y="2278408"/>
            <a:ext cx="26105524" cy="82715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2080876" y="11391986"/>
            <a:ext cx="26105524" cy="271525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18" name="Google Shape;18;p3"/>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065113" y="10668855"/>
            <a:ext cx="26105524" cy="17801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0"/>
              <a:buFont typeface="Calibri"/>
              <a:buNone/>
              <a:defRPr sz="198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065113" y="28638472"/>
            <a:ext cx="26105524" cy="936123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310"/>
              </a:spcBef>
              <a:spcAft>
                <a:spcPts val="0"/>
              </a:spcAft>
              <a:buClr>
                <a:schemeClr val="dk1"/>
              </a:buClr>
              <a:buSzPts val="8640"/>
              <a:buNone/>
              <a:defRPr sz="7944">
                <a:solidFill>
                  <a:schemeClr val="dk1"/>
                </a:solidFill>
              </a:defRPr>
            </a:lvl1pPr>
            <a:lvl2pPr marL="914400" lvl="1" indent="-228600" algn="l">
              <a:lnSpc>
                <a:spcPct val="90000"/>
              </a:lnSpc>
              <a:spcBef>
                <a:spcPts val="1655"/>
              </a:spcBef>
              <a:spcAft>
                <a:spcPts val="0"/>
              </a:spcAft>
              <a:buClr>
                <a:srgbClr val="888888"/>
              </a:buClr>
              <a:buSzPts val="7200"/>
              <a:buNone/>
              <a:defRPr sz="6620">
                <a:solidFill>
                  <a:srgbClr val="888888"/>
                </a:solidFill>
              </a:defRPr>
            </a:lvl2pPr>
            <a:lvl3pPr marL="1371600" lvl="2" indent="-228600" algn="l">
              <a:lnSpc>
                <a:spcPct val="90000"/>
              </a:lnSpc>
              <a:spcBef>
                <a:spcPts val="1655"/>
              </a:spcBef>
              <a:spcAft>
                <a:spcPts val="0"/>
              </a:spcAft>
              <a:buClr>
                <a:srgbClr val="888888"/>
              </a:buClr>
              <a:buSzPts val="6480"/>
              <a:buNone/>
              <a:defRPr sz="5958">
                <a:solidFill>
                  <a:srgbClr val="888888"/>
                </a:solidFill>
              </a:defRPr>
            </a:lvl3pPr>
            <a:lvl4pPr marL="1828800" lvl="3" indent="-228600" algn="l">
              <a:lnSpc>
                <a:spcPct val="90000"/>
              </a:lnSpc>
              <a:spcBef>
                <a:spcPts val="1655"/>
              </a:spcBef>
              <a:spcAft>
                <a:spcPts val="0"/>
              </a:spcAft>
              <a:buClr>
                <a:srgbClr val="888888"/>
              </a:buClr>
              <a:buSzPts val="5760"/>
              <a:buNone/>
              <a:defRPr sz="5295">
                <a:solidFill>
                  <a:srgbClr val="888888"/>
                </a:solidFill>
              </a:defRPr>
            </a:lvl4pPr>
            <a:lvl5pPr marL="2286000" lvl="4" indent="-228600" algn="l">
              <a:lnSpc>
                <a:spcPct val="90000"/>
              </a:lnSpc>
              <a:spcBef>
                <a:spcPts val="1655"/>
              </a:spcBef>
              <a:spcAft>
                <a:spcPts val="0"/>
              </a:spcAft>
              <a:buClr>
                <a:srgbClr val="888888"/>
              </a:buClr>
              <a:buSzPts val="5760"/>
              <a:buNone/>
              <a:defRPr sz="5295">
                <a:solidFill>
                  <a:srgbClr val="888888"/>
                </a:solidFill>
              </a:defRPr>
            </a:lvl5pPr>
            <a:lvl6pPr marL="2743200" lvl="5" indent="-228600" algn="l">
              <a:lnSpc>
                <a:spcPct val="90000"/>
              </a:lnSpc>
              <a:spcBef>
                <a:spcPts val="1655"/>
              </a:spcBef>
              <a:spcAft>
                <a:spcPts val="0"/>
              </a:spcAft>
              <a:buClr>
                <a:srgbClr val="888888"/>
              </a:buClr>
              <a:buSzPts val="5760"/>
              <a:buNone/>
              <a:defRPr sz="5295">
                <a:solidFill>
                  <a:srgbClr val="888888"/>
                </a:solidFill>
              </a:defRPr>
            </a:lvl6pPr>
            <a:lvl7pPr marL="3200400" lvl="6" indent="-228600" algn="l">
              <a:lnSpc>
                <a:spcPct val="90000"/>
              </a:lnSpc>
              <a:spcBef>
                <a:spcPts val="1655"/>
              </a:spcBef>
              <a:spcAft>
                <a:spcPts val="0"/>
              </a:spcAft>
              <a:buClr>
                <a:srgbClr val="888888"/>
              </a:buClr>
              <a:buSzPts val="5760"/>
              <a:buNone/>
              <a:defRPr sz="5295">
                <a:solidFill>
                  <a:srgbClr val="888888"/>
                </a:solidFill>
              </a:defRPr>
            </a:lvl7pPr>
            <a:lvl8pPr marL="3657600" lvl="7" indent="-228600" algn="l">
              <a:lnSpc>
                <a:spcPct val="90000"/>
              </a:lnSpc>
              <a:spcBef>
                <a:spcPts val="1655"/>
              </a:spcBef>
              <a:spcAft>
                <a:spcPts val="0"/>
              </a:spcAft>
              <a:buClr>
                <a:srgbClr val="888888"/>
              </a:buClr>
              <a:buSzPts val="5760"/>
              <a:buNone/>
              <a:defRPr sz="5295">
                <a:solidFill>
                  <a:srgbClr val="888888"/>
                </a:solidFill>
              </a:defRPr>
            </a:lvl8pPr>
            <a:lvl9pPr marL="4114800" lvl="8" indent="-228600" algn="l">
              <a:lnSpc>
                <a:spcPct val="90000"/>
              </a:lnSpc>
              <a:spcBef>
                <a:spcPts val="1655"/>
              </a:spcBef>
              <a:spcAft>
                <a:spcPts val="0"/>
              </a:spcAft>
              <a:buClr>
                <a:srgbClr val="888888"/>
              </a:buClr>
              <a:buSzPts val="5760"/>
              <a:buNone/>
              <a:defRPr sz="5295">
                <a:solidFill>
                  <a:srgbClr val="888888"/>
                </a:solidFill>
              </a:defRPr>
            </a:lvl9pPr>
          </a:lstStyle>
          <a:p>
            <a:endParaRPr/>
          </a:p>
        </p:txBody>
      </p:sp>
      <p:sp>
        <p:nvSpPr>
          <p:cNvPr id="30" name="Google Shape;30;p5"/>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080876" y="2278408"/>
            <a:ext cx="26105524" cy="82715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080875" y="11391986"/>
            <a:ext cx="12863592" cy="271525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5322808" y="11391986"/>
            <a:ext cx="12863592" cy="271525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084819" y="2278408"/>
            <a:ext cx="26105524" cy="82715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084820" y="10490535"/>
            <a:ext cx="12804474" cy="514125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310"/>
              </a:spcBef>
              <a:spcAft>
                <a:spcPts val="0"/>
              </a:spcAft>
              <a:buClr>
                <a:schemeClr val="dk1"/>
              </a:buClr>
              <a:buSzPts val="8640"/>
              <a:buNone/>
              <a:defRPr sz="7944" b="1"/>
            </a:lvl1pPr>
            <a:lvl2pPr marL="914400" lvl="1" indent="-228600" algn="l">
              <a:lnSpc>
                <a:spcPct val="90000"/>
              </a:lnSpc>
              <a:spcBef>
                <a:spcPts val="1655"/>
              </a:spcBef>
              <a:spcAft>
                <a:spcPts val="0"/>
              </a:spcAft>
              <a:buClr>
                <a:schemeClr val="dk1"/>
              </a:buClr>
              <a:buSzPts val="7200"/>
              <a:buNone/>
              <a:defRPr sz="6620" b="1"/>
            </a:lvl2pPr>
            <a:lvl3pPr marL="1371600" lvl="2" indent="-228600" algn="l">
              <a:lnSpc>
                <a:spcPct val="90000"/>
              </a:lnSpc>
              <a:spcBef>
                <a:spcPts val="1655"/>
              </a:spcBef>
              <a:spcAft>
                <a:spcPts val="0"/>
              </a:spcAft>
              <a:buClr>
                <a:schemeClr val="dk1"/>
              </a:buClr>
              <a:buSzPts val="6480"/>
              <a:buNone/>
              <a:defRPr sz="5958" b="1"/>
            </a:lvl3pPr>
            <a:lvl4pPr marL="1828800" lvl="3" indent="-228600" algn="l">
              <a:lnSpc>
                <a:spcPct val="90000"/>
              </a:lnSpc>
              <a:spcBef>
                <a:spcPts val="1655"/>
              </a:spcBef>
              <a:spcAft>
                <a:spcPts val="0"/>
              </a:spcAft>
              <a:buClr>
                <a:schemeClr val="dk1"/>
              </a:buClr>
              <a:buSzPts val="5760"/>
              <a:buNone/>
              <a:defRPr sz="5295" b="1"/>
            </a:lvl4pPr>
            <a:lvl5pPr marL="2286000" lvl="4" indent="-228600" algn="l">
              <a:lnSpc>
                <a:spcPct val="90000"/>
              </a:lnSpc>
              <a:spcBef>
                <a:spcPts val="1655"/>
              </a:spcBef>
              <a:spcAft>
                <a:spcPts val="0"/>
              </a:spcAft>
              <a:buClr>
                <a:schemeClr val="dk1"/>
              </a:buClr>
              <a:buSzPts val="5760"/>
              <a:buNone/>
              <a:defRPr sz="5295" b="1"/>
            </a:lvl5pPr>
            <a:lvl6pPr marL="2743200" lvl="5" indent="-228600" algn="l">
              <a:lnSpc>
                <a:spcPct val="90000"/>
              </a:lnSpc>
              <a:spcBef>
                <a:spcPts val="1655"/>
              </a:spcBef>
              <a:spcAft>
                <a:spcPts val="0"/>
              </a:spcAft>
              <a:buClr>
                <a:schemeClr val="dk1"/>
              </a:buClr>
              <a:buSzPts val="5760"/>
              <a:buNone/>
              <a:defRPr sz="5295" b="1"/>
            </a:lvl6pPr>
            <a:lvl7pPr marL="3200400" lvl="6" indent="-228600" algn="l">
              <a:lnSpc>
                <a:spcPct val="90000"/>
              </a:lnSpc>
              <a:spcBef>
                <a:spcPts val="1655"/>
              </a:spcBef>
              <a:spcAft>
                <a:spcPts val="0"/>
              </a:spcAft>
              <a:buClr>
                <a:schemeClr val="dk1"/>
              </a:buClr>
              <a:buSzPts val="5760"/>
              <a:buNone/>
              <a:defRPr sz="5295" b="1"/>
            </a:lvl7pPr>
            <a:lvl8pPr marL="3657600" lvl="7" indent="-228600" algn="l">
              <a:lnSpc>
                <a:spcPct val="90000"/>
              </a:lnSpc>
              <a:spcBef>
                <a:spcPts val="1655"/>
              </a:spcBef>
              <a:spcAft>
                <a:spcPts val="0"/>
              </a:spcAft>
              <a:buClr>
                <a:schemeClr val="dk1"/>
              </a:buClr>
              <a:buSzPts val="5760"/>
              <a:buNone/>
              <a:defRPr sz="5295" b="1"/>
            </a:lvl8pPr>
            <a:lvl9pPr marL="4114800" lvl="8" indent="-228600" algn="l">
              <a:lnSpc>
                <a:spcPct val="90000"/>
              </a:lnSpc>
              <a:spcBef>
                <a:spcPts val="1655"/>
              </a:spcBef>
              <a:spcAft>
                <a:spcPts val="0"/>
              </a:spcAft>
              <a:buClr>
                <a:schemeClr val="dk1"/>
              </a:buClr>
              <a:buSzPts val="5760"/>
              <a:buNone/>
              <a:defRPr sz="5295" b="1"/>
            </a:lvl9pPr>
          </a:lstStyle>
          <a:p>
            <a:endParaRPr/>
          </a:p>
        </p:txBody>
      </p:sp>
      <p:sp>
        <p:nvSpPr>
          <p:cNvPr id="43" name="Google Shape;43;p7"/>
          <p:cNvSpPr txBox="1">
            <a:spLocks noGrp="1"/>
          </p:cNvSpPr>
          <p:nvPr>
            <p:ph type="body" idx="2"/>
          </p:nvPr>
        </p:nvSpPr>
        <p:spPr>
          <a:xfrm>
            <a:off x="2084820" y="15631785"/>
            <a:ext cx="12804474" cy="22992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5322811" y="10490535"/>
            <a:ext cx="12867534" cy="514125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310"/>
              </a:spcBef>
              <a:spcAft>
                <a:spcPts val="0"/>
              </a:spcAft>
              <a:buClr>
                <a:schemeClr val="dk1"/>
              </a:buClr>
              <a:buSzPts val="8640"/>
              <a:buNone/>
              <a:defRPr sz="7944" b="1"/>
            </a:lvl1pPr>
            <a:lvl2pPr marL="914400" lvl="1" indent="-228600" algn="l">
              <a:lnSpc>
                <a:spcPct val="90000"/>
              </a:lnSpc>
              <a:spcBef>
                <a:spcPts val="1655"/>
              </a:spcBef>
              <a:spcAft>
                <a:spcPts val="0"/>
              </a:spcAft>
              <a:buClr>
                <a:schemeClr val="dk1"/>
              </a:buClr>
              <a:buSzPts val="7200"/>
              <a:buNone/>
              <a:defRPr sz="6620" b="1"/>
            </a:lvl2pPr>
            <a:lvl3pPr marL="1371600" lvl="2" indent="-228600" algn="l">
              <a:lnSpc>
                <a:spcPct val="90000"/>
              </a:lnSpc>
              <a:spcBef>
                <a:spcPts val="1655"/>
              </a:spcBef>
              <a:spcAft>
                <a:spcPts val="0"/>
              </a:spcAft>
              <a:buClr>
                <a:schemeClr val="dk1"/>
              </a:buClr>
              <a:buSzPts val="6480"/>
              <a:buNone/>
              <a:defRPr sz="5958" b="1"/>
            </a:lvl3pPr>
            <a:lvl4pPr marL="1828800" lvl="3" indent="-228600" algn="l">
              <a:lnSpc>
                <a:spcPct val="90000"/>
              </a:lnSpc>
              <a:spcBef>
                <a:spcPts val="1655"/>
              </a:spcBef>
              <a:spcAft>
                <a:spcPts val="0"/>
              </a:spcAft>
              <a:buClr>
                <a:schemeClr val="dk1"/>
              </a:buClr>
              <a:buSzPts val="5760"/>
              <a:buNone/>
              <a:defRPr sz="5295" b="1"/>
            </a:lvl4pPr>
            <a:lvl5pPr marL="2286000" lvl="4" indent="-228600" algn="l">
              <a:lnSpc>
                <a:spcPct val="90000"/>
              </a:lnSpc>
              <a:spcBef>
                <a:spcPts val="1655"/>
              </a:spcBef>
              <a:spcAft>
                <a:spcPts val="0"/>
              </a:spcAft>
              <a:buClr>
                <a:schemeClr val="dk1"/>
              </a:buClr>
              <a:buSzPts val="5760"/>
              <a:buNone/>
              <a:defRPr sz="5295" b="1"/>
            </a:lvl5pPr>
            <a:lvl6pPr marL="2743200" lvl="5" indent="-228600" algn="l">
              <a:lnSpc>
                <a:spcPct val="90000"/>
              </a:lnSpc>
              <a:spcBef>
                <a:spcPts val="1655"/>
              </a:spcBef>
              <a:spcAft>
                <a:spcPts val="0"/>
              </a:spcAft>
              <a:buClr>
                <a:schemeClr val="dk1"/>
              </a:buClr>
              <a:buSzPts val="5760"/>
              <a:buNone/>
              <a:defRPr sz="5295" b="1"/>
            </a:lvl6pPr>
            <a:lvl7pPr marL="3200400" lvl="6" indent="-228600" algn="l">
              <a:lnSpc>
                <a:spcPct val="90000"/>
              </a:lnSpc>
              <a:spcBef>
                <a:spcPts val="1655"/>
              </a:spcBef>
              <a:spcAft>
                <a:spcPts val="0"/>
              </a:spcAft>
              <a:buClr>
                <a:schemeClr val="dk1"/>
              </a:buClr>
              <a:buSzPts val="5760"/>
              <a:buNone/>
              <a:defRPr sz="5295" b="1"/>
            </a:lvl7pPr>
            <a:lvl8pPr marL="3657600" lvl="7" indent="-228600" algn="l">
              <a:lnSpc>
                <a:spcPct val="90000"/>
              </a:lnSpc>
              <a:spcBef>
                <a:spcPts val="1655"/>
              </a:spcBef>
              <a:spcAft>
                <a:spcPts val="0"/>
              </a:spcAft>
              <a:buClr>
                <a:schemeClr val="dk1"/>
              </a:buClr>
              <a:buSzPts val="5760"/>
              <a:buNone/>
              <a:defRPr sz="5295" b="1"/>
            </a:lvl8pPr>
            <a:lvl9pPr marL="4114800" lvl="8" indent="-228600" algn="l">
              <a:lnSpc>
                <a:spcPct val="90000"/>
              </a:lnSpc>
              <a:spcBef>
                <a:spcPts val="1655"/>
              </a:spcBef>
              <a:spcAft>
                <a:spcPts val="0"/>
              </a:spcAft>
              <a:buClr>
                <a:schemeClr val="dk1"/>
              </a:buClr>
              <a:buSzPts val="5760"/>
              <a:buNone/>
              <a:defRPr sz="5295" b="1"/>
            </a:lvl9pPr>
          </a:lstStyle>
          <a:p>
            <a:endParaRPr/>
          </a:p>
        </p:txBody>
      </p:sp>
      <p:sp>
        <p:nvSpPr>
          <p:cNvPr id="45" name="Google Shape;45;p7"/>
          <p:cNvSpPr txBox="1">
            <a:spLocks noGrp="1"/>
          </p:cNvSpPr>
          <p:nvPr>
            <p:ph type="body" idx="4"/>
          </p:nvPr>
        </p:nvSpPr>
        <p:spPr>
          <a:xfrm>
            <a:off x="15322811" y="15631785"/>
            <a:ext cx="12867534" cy="22992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080876" y="2278408"/>
            <a:ext cx="26105524" cy="82715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084818" y="2852950"/>
            <a:ext cx="9761984" cy="99853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05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2867535" y="6161588"/>
            <a:ext cx="15322808" cy="30411646"/>
          </a:xfrm>
          <a:prstGeom prst="rect">
            <a:avLst/>
          </a:prstGeom>
          <a:noFill/>
          <a:ln>
            <a:noFill/>
          </a:ln>
        </p:spPr>
        <p:txBody>
          <a:bodyPr spcFirstLastPara="1" wrap="square" lIns="91425" tIns="45700" rIns="91425" bIns="45700" anchor="t" anchorCtr="0">
            <a:normAutofit/>
          </a:bodyPr>
          <a:lstStyle>
            <a:lvl1pPr marL="457200" lvl="0" indent="-960120" algn="l">
              <a:lnSpc>
                <a:spcPct val="90000"/>
              </a:lnSpc>
              <a:spcBef>
                <a:spcPts val="3310"/>
              </a:spcBef>
              <a:spcAft>
                <a:spcPts val="0"/>
              </a:spcAft>
              <a:buClr>
                <a:schemeClr val="dk1"/>
              </a:buClr>
              <a:buSzPts val="11520"/>
              <a:buChar char="•"/>
              <a:defRPr sz="10592"/>
            </a:lvl1pPr>
            <a:lvl2pPr marL="914400" lvl="1" indent="-868680" algn="l">
              <a:lnSpc>
                <a:spcPct val="90000"/>
              </a:lnSpc>
              <a:spcBef>
                <a:spcPts val="1655"/>
              </a:spcBef>
              <a:spcAft>
                <a:spcPts val="0"/>
              </a:spcAft>
              <a:buClr>
                <a:schemeClr val="dk1"/>
              </a:buClr>
              <a:buSzPts val="10080"/>
              <a:buChar char="•"/>
              <a:defRPr sz="9268"/>
            </a:lvl2pPr>
            <a:lvl3pPr marL="1371600" lvl="2" indent="-777240" algn="l">
              <a:lnSpc>
                <a:spcPct val="90000"/>
              </a:lnSpc>
              <a:spcBef>
                <a:spcPts val="1655"/>
              </a:spcBef>
              <a:spcAft>
                <a:spcPts val="0"/>
              </a:spcAft>
              <a:buClr>
                <a:schemeClr val="dk1"/>
              </a:buClr>
              <a:buSzPts val="8640"/>
              <a:buChar char="•"/>
              <a:defRPr sz="7944"/>
            </a:lvl3pPr>
            <a:lvl4pPr marL="1828800" lvl="3" indent="-685800" algn="l">
              <a:lnSpc>
                <a:spcPct val="90000"/>
              </a:lnSpc>
              <a:spcBef>
                <a:spcPts val="1655"/>
              </a:spcBef>
              <a:spcAft>
                <a:spcPts val="0"/>
              </a:spcAft>
              <a:buClr>
                <a:schemeClr val="dk1"/>
              </a:buClr>
              <a:buSzPts val="7200"/>
              <a:buChar char="•"/>
              <a:defRPr sz="6620"/>
            </a:lvl4pPr>
            <a:lvl5pPr marL="2286000" lvl="4" indent="-685800" algn="l">
              <a:lnSpc>
                <a:spcPct val="90000"/>
              </a:lnSpc>
              <a:spcBef>
                <a:spcPts val="1655"/>
              </a:spcBef>
              <a:spcAft>
                <a:spcPts val="0"/>
              </a:spcAft>
              <a:buClr>
                <a:schemeClr val="dk1"/>
              </a:buClr>
              <a:buSzPts val="7200"/>
              <a:buChar char="•"/>
              <a:defRPr sz="6620"/>
            </a:lvl5pPr>
            <a:lvl6pPr marL="2743200" lvl="5" indent="-685800" algn="l">
              <a:lnSpc>
                <a:spcPct val="90000"/>
              </a:lnSpc>
              <a:spcBef>
                <a:spcPts val="1655"/>
              </a:spcBef>
              <a:spcAft>
                <a:spcPts val="0"/>
              </a:spcAft>
              <a:buClr>
                <a:schemeClr val="dk1"/>
              </a:buClr>
              <a:buSzPts val="7200"/>
              <a:buChar char="•"/>
              <a:defRPr sz="6620"/>
            </a:lvl6pPr>
            <a:lvl7pPr marL="3200400" lvl="6" indent="-685800" algn="l">
              <a:lnSpc>
                <a:spcPct val="90000"/>
              </a:lnSpc>
              <a:spcBef>
                <a:spcPts val="1655"/>
              </a:spcBef>
              <a:spcAft>
                <a:spcPts val="0"/>
              </a:spcAft>
              <a:buClr>
                <a:schemeClr val="dk1"/>
              </a:buClr>
              <a:buSzPts val="7200"/>
              <a:buChar char="•"/>
              <a:defRPr sz="6620"/>
            </a:lvl7pPr>
            <a:lvl8pPr marL="3657600" lvl="7" indent="-685800" algn="l">
              <a:lnSpc>
                <a:spcPct val="90000"/>
              </a:lnSpc>
              <a:spcBef>
                <a:spcPts val="1655"/>
              </a:spcBef>
              <a:spcAft>
                <a:spcPts val="0"/>
              </a:spcAft>
              <a:buClr>
                <a:schemeClr val="dk1"/>
              </a:buClr>
              <a:buSzPts val="7200"/>
              <a:buChar char="•"/>
              <a:defRPr sz="6620"/>
            </a:lvl8pPr>
            <a:lvl9pPr marL="4114800" lvl="8" indent="-685800" algn="l">
              <a:lnSpc>
                <a:spcPct val="90000"/>
              </a:lnSpc>
              <a:spcBef>
                <a:spcPts val="1655"/>
              </a:spcBef>
              <a:spcAft>
                <a:spcPts val="0"/>
              </a:spcAft>
              <a:buClr>
                <a:schemeClr val="dk1"/>
              </a:buClr>
              <a:buSzPts val="7200"/>
              <a:buChar char="•"/>
              <a:defRPr sz="6620"/>
            </a:lvl9pPr>
          </a:lstStyle>
          <a:p>
            <a:endParaRPr/>
          </a:p>
        </p:txBody>
      </p:sp>
      <p:sp>
        <p:nvSpPr>
          <p:cNvPr id="61" name="Google Shape;61;p10"/>
          <p:cNvSpPr txBox="1">
            <a:spLocks noGrp="1"/>
          </p:cNvSpPr>
          <p:nvPr>
            <p:ph type="body" idx="2"/>
          </p:nvPr>
        </p:nvSpPr>
        <p:spPr>
          <a:xfrm>
            <a:off x="2084818" y="12838272"/>
            <a:ext cx="9761984" cy="237844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310"/>
              </a:spcBef>
              <a:spcAft>
                <a:spcPts val="0"/>
              </a:spcAft>
              <a:buClr>
                <a:schemeClr val="dk1"/>
              </a:buClr>
              <a:buSzPts val="5760"/>
              <a:buNone/>
              <a:defRPr sz="5295"/>
            </a:lvl1pPr>
            <a:lvl2pPr marL="914400" lvl="1" indent="-228600" algn="l">
              <a:lnSpc>
                <a:spcPct val="90000"/>
              </a:lnSpc>
              <a:spcBef>
                <a:spcPts val="1655"/>
              </a:spcBef>
              <a:spcAft>
                <a:spcPts val="0"/>
              </a:spcAft>
              <a:buClr>
                <a:schemeClr val="dk1"/>
              </a:buClr>
              <a:buSzPts val="5040"/>
              <a:buNone/>
              <a:defRPr sz="4634"/>
            </a:lvl2pPr>
            <a:lvl3pPr marL="1371600" lvl="2" indent="-228600" algn="l">
              <a:lnSpc>
                <a:spcPct val="90000"/>
              </a:lnSpc>
              <a:spcBef>
                <a:spcPts val="1655"/>
              </a:spcBef>
              <a:spcAft>
                <a:spcPts val="0"/>
              </a:spcAft>
              <a:buClr>
                <a:schemeClr val="dk1"/>
              </a:buClr>
              <a:buSzPts val="4320"/>
              <a:buNone/>
              <a:defRPr sz="3972"/>
            </a:lvl3pPr>
            <a:lvl4pPr marL="1828800" lvl="3" indent="-228600" algn="l">
              <a:lnSpc>
                <a:spcPct val="90000"/>
              </a:lnSpc>
              <a:spcBef>
                <a:spcPts val="1655"/>
              </a:spcBef>
              <a:spcAft>
                <a:spcPts val="0"/>
              </a:spcAft>
              <a:buClr>
                <a:schemeClr val="dk1"/>
              </a:buClr>
              <a:buSzPts val="3600"/>
              <a:buNone/>
              <a:defRPr sz="3310"/>
            </a:lvl4pPr>
            <a:lvl5pPr marL="2286000" lvl="4" indent="-228600" algn="l">
              <a:lnSpc>
                <a:spcPct val="90000"/>
              </a:lnSpc>
              <a:spcBef>
                <a:spcPts val="1655"/>
              </a:spcBef>
              <a:spcAft>
                <a:spcPts val="0"/>
              </a:spcAft>
              <a:buClr>
                <a:schemeClr val="dk1"/>
              </a:buClr>
              <a:buSzPts val="3600"/>
              <a:buNone/>
              <a:defRPr sz="3310"/>
            </a:lvl5pPr>
            <a:lvl6pPr marL="2743200" lvl="5" indent="-228600" algn="l">
              <a:lnSpc>
                <a:spcPct val="90000"/>
              </a:lnSpc>
              <a:spcBef>
                <a:spcPts val="1655"/>
              </a:spcBef>
              <a:spcAft>
                <a:spcPts val="0"/>
              </a:spcAft>
              <a:buClr>
                <a:schemeClr val="dk1"/>
              </a:buClr>
              <a:buSzPts val="3600"/>
              <a:buNone/>
              <a:defRPr sz="3310"/>
            </a:lvl6pPr>
            <a:lvl7pPr marL="3200400" lvl="6" indent="-228600" algn="l">
              <a:lnSpc>
                <a:spcPct val="90000"/>
              </a:lnSpc>
              <a:spcBef>
                <a:spcPts val="1655"/>
              </a:spcBef>
              <a:spcAft>
                <a:spcPts val="0"/>
              </a:spcAft>
              <a:buClr>
                <a:schemeClr val="dk1"/>
              </a:buClr>
              <a:buSzPts val="3600"/>
              <a:buNone/>
              <a:defRPr sz="3310"/>
            </a:lvl7pPr>
            <a:lvl8pPr marL="3657600" lvl="7" indent="-228600" algn="l">
              <a:lnSpc>
                <a:spcPct val="90000"/>
              </a:lnSpc>
              <a:spcBef>
                <a:spcPts val="1655"/>
              </a:spcBef>
              <a:spcAft>
                <a:spcPts val="0"/>
              </a:spcAft>
              <a:buClr>
                <a:schemeClr val="dk1"/>
              </a:buClr>
              <a:buSzPts val="3600"/>
              <a:buNone/>
              <a:defRPr sz="3310"/>
            </a:lvl8pPr>
            <a:lvl9pPr marL="4114800" lvl="8" indent="-228600" algn="l">
              <a:lnSpc>
                <a:spcPct val="90000"/>
              </a:lnSpc>
              <a:spcBef>
                <a:spcPts val="1655"/>
              </a:spcBef>
              <a:spcAft>
                <a:spcPts val="0"/>
              </a:spcAft>
              <a:buClr>
                <a:schemeClr val="dk1"/>
              </a:buClr>
              <a:buSzPts val="3600"/>
              <a:buNone/>
              <a:defRPr sz="3310"/>
            </a:lvl9pPr>
          </a:lstStyle>
          <a:p>
            <a:endParaRPr/>
          </a:p>
        </p:txBody>
      </p:sp>
      <p:sp>
        <p:nvSpPr>
          <p:cNvPr id="62" name="Google Shape;62;p10"/>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084818" y="2852950"/>
            <a:ext cx="9761984" cy="99853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05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2867535" y="6161588"/>
            <a:ext cx="15322808" cy="30411646"/>
          </a:xfrm>
          <a:prstGeom prst="rect">
            <a:avLst/>
          </a:prstGeom>
          <a:noFill/>
          <a:ln>
            <a:noFill/>
          </a:ln>
        </p:spPr>
      </p:sp>
      <p:sp>
        <p:nvSpPr>
          <p:cNvPr id="68" name="Google Shape;68;p11"/>
          <p:cNvSpPr txBox="1">
            <a:spLocks noGrp="1"/>
          </p:cNvSpPr>
          <p:nvPr>
            <p:ph type="body" idx="1"/>
          </p:nvPr>
        </p:nvSpPr>
        <p:spPr>
          <a:xfrm>
            <a:off x="2084818" y="12838272"/>
            <a:ext cx="9761984" cy="237844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310"/>
              </a:spcBef>
              <a:spcAft>
                <a:spcPts val="0"/>
              </a:spcAft>
              <a:buClr>
                <a:schemeClr val="dk1"/>
              </a:buClr>
              <a:buSzPts val="5760"/>
              <a:buNone/>
              <a:defRPr sz="5295"/>
            </a:lvl1pPr>
            <a:lvl2pPr marL="914400" lvl="1" indent="-228600" algn="l">
              <a:lnSpc>
                <a:spcPct val="90000"/>
              </a:lnSpc>
              <a:spcBef>
                <a:spcPts val="1655"/>
              </a:spcBef>
              <a:spcAft>
                <a:spcPts val="0"/>
              </a:spcAft>
              <a:buClr>
                <a:schemeClr val="dk1"/>
              </a:buClr>
              <a:buSzPts val="5040"/>
              <a:buNone/>
              <a:defRPr sz="4634"/>
            </a:lvl2pPr>
            <a:lvl3pPr marL="1371600" lvl="2" indent="-228600" algn="l">
              <a:lnSpc>
                <a:spcPct val="90000"/>
              </a:lnSpc>
              <a:spcBef>
                <a:spcPts val="1655"/>
              </a:spcBef>
              <a:spcAft>
                <a:spcPts val="0"/>
              </a:spcAft>
              <a:buClr>
                <a:schemeClr val="dk1"/>
              </a:buClr>
              <a:buSzPts val="4320"/>
              <a:buNone/>
              <a:defRPr sz="3972"/>
            </a:lvl3pPr>
            <a:lvl4pPr marL="1828800" lvl="3" indent="-228600" algn="l">
              <a:lnSpc>
                <a:spcPct val="90000"/>
              </a:lnSpc>
              <a:spcBef>
                <a:spcPts val="1655"/>
              </a:spcBef>
              <a:spcAft>
                <a:spcPts val="0"/>
              </a:spcAft>
              <a:buClr>
                <a:schemeClr val="dk1"/>
              </a:buClr>
              <a:buSzPts val="3600"/>
              <a:buNone/>
              <a:defRPr sz="3310"/>
            </a:lvl4pPr>
            <a:lvl5pPr marL="2286000" lvl="4" indent="-228600" algn="l">
              <a:lnSpc>
                <a:spcPct val="90000"/>
              </a:lnSpc>
              <a:spcBef>
                <a:spcPts val="1655"/>
              </a:spcBef>
              <a:spcAft>
                <a:spcPts val="0"/>
              </a:spcAft>
              <a:buClr>
                <a:schemeClr val="dk1"/>
              </a:buClr>
              <a:buSzPts val="3600"/>
              <a:buNone/>
              <a:defRPr sz="3310"/>
            </a:lvl5pPr>
            <a:lvl6pPr marL="2743200" lvl="5" indent="-228600" algn="l">
              <a:lnSpc>
                <a:spcPct val="90000"/>
              </a:lnSpc>
              <a:spcBef>
                <a:spcPts val="1655"/>
              </a:spcBef>
              <a:spcAft>
                <a:spcPts val="0"/>
              </a:spcAft>
              <a:buClr>
                <a:schemeClr val="dk1"/>
              </a:buClr>
              <a:buSzPts val="3600"/>
              <a:buNone/>
              <a:defRPr sz="3310"/>
            </a:lvl6pPr>
            <a:lvl7pPr marL="3200400" lvl="6" indent="-228600" algn="l">
              <a:lnSpc>
                <a:spcPct val="90000"/>
              </a:lnSpc>
              <a:spcBef>
                <a:spcPts val="1655"/>
              </a:spcBef>
              <a:spcAft>
                <a:spcPts val="0"/>
              </a:spcAft>
              <a:buClr>
                <a:schemeClr val="dk1"/>
              </a:buClr>
              <a:buSzPts val="3600"/>
              <a:buNone/>
              <a:defRPr sz="3310"/>
            </a:lvl7pPr>
            <a:lvl8pPr marL="3657600" lvl="7" indent="-228600" algn="l">
              <a:lnSpc>
                <a:spcPct val="90000"/>
              </a:lnSpc>
              <a:spcBef>
                <a:spcPts val="1655"/>
              </a:spcBef>
              <a:spcAft>
                <a:spcPts val="0"/>
              </a:spcAft>
              <a:buClr>
                <a:schemeClr val="dk1"/>
              </a:buClr>
              <a:buSzPts val="3600"/>
              <a:buNone/>
              <a:defRPr sz="3310"/>
            </a:lvl8pPr>
            <a:lvl9pPr marL="4114800" lvl="8" indent="-228600" algn="l">
              <a:lnSpc>
                <a:spcPct val="90000"/>
              </a:lnSpc>
              <a:spcBef>
                <a:spcPts val="1655"/>
              </a:spcBef>
              <a:spcAft>
                <a:spcPts val="0"/>
              </a:spcAft>
              <a:buClr>
                <a:schemeClr val="dk1"/>
              </a:buClr>
              <a:buSzPts val="3600"/>
              <a:buNone/>
              <a:defRPr sz="3310"/>
            </a:lvl9pPr>
          </a:lstStyle>
          <a:p>
            <a:endParaRPr/>
          </a:p>
        </p:txBody>
      </p:sp>
      <p:sp>
        <p:nvSpPr>
          <p:cNvPr id="69" name="Google Shape;69;p11"/>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080876" y="2278408"/>
            <a:ext cx="26105524" cy="82715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557363" y="11915499"/>
            <a:ext cx="27152550" cy="2610552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6790143" y="17148276"/>
            <a:ext cx="36266138" cy="652638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6451790" y="10811066"/>
            <a:ext cx="36266138" cy="1920080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310"/>
              </a:spcBef>
              <a:spcAft>
                <a:spcPts val="0"/>
              </a:spcAft>
              <a:buClr>
                <a:schemeClr val="dk1"/>
              </a:buClr>
              <a:buSzPts val="1800"/>
              <a:buChar char="•"/>
              <a:defRPr/>
            </a:lvl1pPr>
            <a:lvl2pPr marL="914400" lvl="1" indent="-342900" algn="l">
              <a:lnSpc>
                <a:spcPct val="90000"/>
              </a:lnSpc>
              <a:spcBef>
                <a:spcPts val="1655"/>
              </a:spcBef>
              <a:spcAft>
                <a:spcPts val="0"/>
              </a:spcAft>
              <a:buClr>
                <a:schemeClr val="dk1"/>
              </a:buClr>
              <a:buSzPts val="1800"/>
              <a:buChar char="•"/>
              <a:defRPr/>
            </a:lvl2pPr>
            <a:lvl3pPr marL="1371600" lvl="2" indent="-342900" algn="l">
              <a:lnSpc>
                <a:spcPct val="90000"/>
              </a:lnSpc>
              <a:spcBef>
                <a:spcPts val="1655"/>
              </a:spcBef>
              <a:spcAft>
                <a:spcPts val="0"/>
              </a:spcAft>
              <a:buClr>
                <a:schemeClr val="dk1"/>
              </a:buClr>
              <a:buSzPts val="1800"/>
              <a:buChar char="•"/>
              <a:defRPr/>
            </a:lvl3pPr>
            <a:lvl4pPr marL="1828800" lvl="3" indent="-342900" algn="l">
              <a:lnSpc>
                <a:spcPct val="90000"/>
              </a:lnSpc>
              <a:spcBef>
                <a:spcPts val="1655"/>
              </a:spcBef>
              <a:spcAft>
                <a:spcPts val="0"/>
              </a:spcAft>
              <a:buClr>
                <a:schemeClr val="dk1"/>
              </a:buClr>
              <a:buSzPts val="1800"/>
              <a:buChar char="•"/>
              <a:defRPr/>
            </a:lvl4pPr>
            <a:lvl5pPr marL="2286000" lvl="4" indent="-342900" algn="l">
              <a:lnSpc>
                <a:spcPct val="90000"/>
              </a:lnSpc>
              <a:spcBef>
                <a:spcPts val="1655"/>
              </a:spcBef>
              <a:spcAft>
                <a:spcPts val="0"/>
              </a:spcAft>
              <a:buClr>
                <a:schemeClr val="dk1"/>
              </a:buClr>
              <a:buSzPts val="1800"/>
              <a:buChar char="•"/>
              <a:defRPr/>
            </a:lvl5pPr>
            <a:lvl6pPr marL="2743200" lvl="5" indent="-342900" algn="l">
              <a:lnSpc>
                <a:spcPct val="90000"/>
              </a:lnSpc>
              <a:spcBef>
                <a:spcPts val="1655"/>
              </a:spcBef>
              <a:spcAft>
                <a:spcPts val="0"/>
              </a:spcAft>
              <a:buClr>
                <a:schemeClr val="dk1"/>
              </a:buClr>
              <a:buSzPts val="1800"/>
              <a:buChar char="•"/>
              <a:defRPr/>
            </a:lvl6pPr>
            <a:lvl7pPr marL="3200400" lvl="6" indent="-342900" algn="l">
              <a:lnSpc>
                <a:spcPct val="90000"/>
              </a:lnSpc>
              <a:spcBef>
                <a:spcPts val="1655"/>
              </a:spcBef>
              <a:spcAft>
                <a:spcPts val="0"/>
              </a:spcAft>
              <a:buClr>
                <a:schemeClr val="dk1"/>
              </a:buClr>
              <a:buSzPts val="1800"/>
              <a:buChar char="•"/>
              <a:defRPr/>
            </a:lvl7pPr>
            <a:lvl8pPr marL="3657600" lvl="7" indent="-342900" algn="l">
              <a:lnSpc>
                <a:spcPct val="90000"/>
              </a:lnSpc>
              <a:spcBef>
                <a:spcPts val="1655"/>
              </a:spcBef>
              <a:spcAft>
                <a:spcPts val="0"/>
              </a:spcAft>
              <a:buClr>
                <a:schemeClr val="dk1"/>
              </a:buClr>
              <a:buSzPts val="1800"/>
              <a:buChar char="•"/>
              <a:defRPr/>
            </a:lvl8pPr>
            <a:lvl9pPr marL="4114800" lvl="8" indent="-342900" algn="l">
              <a:lnSpc>
                <a:spcPct val="90000"/>
              </a:lnSpc>
              <a:spcBef>
                <a:spcPts val="1655"/>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3972"/>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080876" y="2278408"/>
            <a:ext cx="26105524" cy="827157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5840"/>
              <a:buFont typeface="Calibri"/>
              <a:buNone/>
              <a:defRPr sz="15839"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080876" y="11391986"/>
            <a:ext cx="26105524" cy="27152550"/>
          </a:xfrm>
          <a:prstGeom prst="rect">
            <a:avLst/>
          </a:prstGeom>
          <a:noFill/>
          <a:ln>
            <a:noFill/>
          </a:ln>
        </p:spPr>
        <p:txBody>
          <a:bodyPr spcFirstLastPara="1" wrap="square" lIns="91425" tIns="45700" rIns="91425" bIns="45700" anchor="t" anchorCtr="0">
            <a:normAutofit/>
          </a:bodyPr>
          <a:lstStyle>
            <a:lvl1pPr marL="457200" marR="0" lvl="0" indent="-868680" algn="l" rtl="0">
              <a:lnSpc>
                <a:spcPct val="90000"/>
              </a:lnSpc>
              <a:spcBef>
                <a:spcPts val="3600"/>
              </a:spcBef>
              <a:spcAft>
                <a:spcPts val="0"/>
              </a:spcAft>
              <a:buClr>
                <a:schemeClr val="dk1"/>
              </a:buClr>
              <a:buSzPts val="10080"/>
              <a:buFont typeface="Arial"/>
              <a:buChar char="•"/>
              <a:defRPr sz="10080" b="0" i="0" u="none" strike="noStrike" cap="none">
                <a:solidFill>
                  <a:schemeClr val="dk1"/>
                </a:solidFill>
                <a:latin typeface="Calibri"/>
                <a:ea typeface="Calibri"/>
                <a:cs typeface="Calibri"/>
                <a:sym typeface="Calibri"/>
              </a:defRPr>
            </a:lvl1pPr>
            <a:lvl2pPr marL="914400" marR="0" lvl="1" indent="-777240" algn="l" rtl="0">
              <a:lnSpc>
                <a:spcPct val="90000"/>
              </a:lnSpc>
              <a:spcBef>
                <a:spcPts val="18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2pPr>
            <a:lvl3pPr marL="1371600" marR="0" lvl="2" indent="-685800" algn="l" rtl="0">
              <a:lnSpc>
                <a:spcPct val="90000"/>
              </a:lnSpc>
              <a:spcBef>
                <a:spcPts val="18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3pPr>
            <a:lvl4pPr marL="1828800" marR="0" lvl="3"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4pPr>
            <a:lvl5pPr marL="2286000" marR="0" lvl="4"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5pPr>
            <a:lvl6pPr marL="2743200" marR="0" lvl="5"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6pPr>
            <a:lvl7pPr marL="3200400" marR="0" lvl="6"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7pPr>
            <a:lvl8pPr marL="3657600" marR="0" lvl="7"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8pPr>
            <a:lvl9pPr marL="4114800" marR="0" lvl="8"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080876" y="39663929"/>
            <a:ext cx="6810137" cy="227839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9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026035" y="39663929"/>
            <a:ext cx="10215205" cy="227839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9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655"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1376263" y="39663929"/>
            <a:ext cx="6810137" cy="2278397"/>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972"/>
              <a:buFont typeface="Arial"/>
              <a:buNone/>
              <a:defRPr sz="397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hyperlink" Target="mailto:sakmengseu007@gmail.com" TargetMode="External"/><Relationship Id="rId10" Type="http://schemas.openxmlformats.org/officeDocument/2006/relationships/image" Target="../media/image6.png"/><Relationship Id="rId4" Type="http://schemas.openxmlformats.org/officeDocument/2006/relationships/hyperlink" Target="mailto:chan.sokha@nubb.edu.kh" TargetMode="External"/><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standalone="yes"?>
<p:sld xmlns:a="http://schemas.openxmlformats.org/drawingml/2006/main" xmlns:r="http://schemas.openxmlformats.org/officeDocument/2006/relationships" xmlns:p="http://schemas.openxmlformats.org/presentationml/2006/main"><p:cSld><p:spTree><p:nvGrpSpPr><p:cNvPr id="1" name="Shape 88"/><p:cNvGrpSpPr/><p:nvPr/></p:nvGrpSpPr><p:grpSpPr><a:xfrm><a:off x="0" y="0"/><a:ext cx="0" cy="0"/><a:chOff x="0" y="0"/><a:chExt cx="0" cy="0"/></a:xfrm></p:grpSpPr><p:pic><p:nvPicPr><p:cNvPr id="89" name="Google Shape;89;p1"/><p:cNvPicPr preferRelativeResize="0"/><p:nvPr/></p:nvPicPr><p:blipFill rotWithShape="1"><a:blip r:embed="rId3"><a:alphaModFix/></a:blip><a:srcRect r="72012" b="83119"/><a:stretch/></p:blipFill><p:spPr><a:xfrm><a:off x="158292" y="371679"/><a:ext cx="4132117" cy="2492216"/></a:xfrm><a:prstGeom prst="rect"><a:avLst/></a:prstGeom><a:noFill/><a:ln><a:noFill/></a:ln></p:spPr></p:pic><p:sp><p:nvSpPr><p:cNvPr id="90" name="Google Shape;90;p1"/><p:cNvSpPr txBox="1"><a:spLocks noGrp="1"/></p:cNvSpPr><p:nvPr><p:ph type="title"/></p:nvPr></p:nvSpPr><p:spPr><a:xfrm><a:off x="4436724" y="0"/><a:ext cx="20761674" cy="1891460"/></a:xfrm><a:prstGeom prst="rect"><a:avLst/></a:prstGeom><a:noFill/><a:ln><a:noFill/></a:ln></p:spPr><p:txBody><a:bodyPr spcFirstLastPara="1" wrap="square" lIns="84050" tIns="42000" rIns="84050" bIns="42000" anchor="ctr" anchorCtr="0"><a:noAutofit/></a:bodyPr><a:lstStyle/><a:p><a:pPr marL="0" lvl="0" indent="0" algn="ctr" rtl="0"><a:lnSpc><a:spcPct val="90000"/></a:lnSpc><a:spcBef><a:spcPts val="0"/></a:spcBef><a:spcAft><a:spcPts val="0"/></a:spcAft><a:buClr><a:schemeClr val="lt1"/></a:buClr><a:buSzPts val="6600"/><a:buNone/></a:pPr><a:r><a:rPr lang="en-US" sz="4400" b="1" dirty="0"><a:solidFill><a:schemeClr val="dk1"/></a:solidFill><a:latin typeface="Roboto"/><a:ea typeface="Roboto"/><a:cs typeface="Roboto"/><a:sym typeface="Roboto"/></a:rPr><a:t>Design and Evaluation of an AI-Enhanced Gamified Quiz Plugin for Moodle: </a:t></a:r><a:br><a:rPr lang="en-US" sz="4400" b="1" dirty="0"><a:solidFill><a:schemeClr val="dk1"/></a:solidFill><a:latin typeface="Roboto"/><a:ea typeface="Roboto"/><a:cs typeface="Roboto"/><a:sym typeface="Roboto"/></a:rPr></a:br><a:r><a:rPr lang="en-US" sz="4400" b="1" dirty="0"><a:solidFill><a:schemeClr val="dk1"/></a:solidFill><a:latin typeface="Roboto"/><a:ea typeface="Roboto"/><a:cs typeface="Roboto"/><a:sym typeface="Roboto"/></a:rPr><a:t>Integrating Local LLM-Based Question Generation</a:t></a:r><a:endParaRPr sz="4400" b="1" dirty="0"><a:solidFill><a:schemeClr val="dk1"/></a:solidFill><a:latin typeface="Roboto"/><a:ea typeface="Roboto"/><a:cs typeface="Roboto"/><a:sym typeface="Roboto"/></a:endParaRPr></a:p></p:txBody></p:sp><p:cxnSp><p:nvCxnSpPr><p:cNvPr id="91" name="Google Shape;91;p1"/><p:cNvCxnSpPr/><p:nvPr/></p:nvCxnSpPr><p:spPr><a:xfrm><a:off x="4081099" y="3127514"/><a:ext cx="0" cy="0"/></a:xfrm><a:prstGeom prst="straightConnector1"><a:avLst/></a:prstGeom><a:noFill/><a:ln w="9525" cap="flat" cmpd="sng"><a:solidFill><a:srgbClr val="000000"/></a:solidFill><a:prstDash val="solid"/><a:round/><a:headEnd type="none" w="sm" len="sm"/><a:tailEnd type="none" w="sm" len="sm"/></a:ln></p:spPr></p:cxnSp><p:sp><p:nvSpPr><p:cNvPr id="92" name="Google Shape;92;p1"/><p:cNvSpPr txBox="1"/><p:nvPr/></p:nvSpPr><p:spPr><a:xfrm><a:off x="5618750" y="1838663"/><a:ext cx="19002091" cy="2425718"/></a:xfrm><a:prstGeom prst="rect"><a:avLst/></a:prstGeom><a:noFill/><a:ln><a:noFill/></a:ln></p:spPr><p:txBody><a:bodyPr spcFirstLastPara="1" wrap="square" lIns="84050" tIns="42000" rIns="84050" bIns="42000" anchor="t" anchorCtr="0"><a:spAutoFit/></a:bodyPr><a:lstStyle/><a:p><a:pPr lvl="0" algn="ctr"/><a:r><a:rPr lang="en-US" sz="3678" i="0" u="none" strike="noStrike" cap="none" dirty="0"><a:solidFill><a:schemeClr val="dk1"/></a:solidFill><a:latin typeface="Roboto"/><a:ea typeface="Roboto"/><a:cs typeface="Roboto"/><a:sym typeface="Roboto"/></a:rPr><a:t>Titya </a:t></a:r><a:r><a:rPr lang="en-US" sz="3678" dirty="0"><a:solidFill><a:schemeClr val="dk1"/></a:solidFill><a:latin typeface="Roboto"/><a:ea typeface="Roboto"/><a:cs typeface="Roboto"/><a:sym typeface="Roboto"/></a:rPr><a:t>ENG</a:t></a:r><a:r><a:rPr lang="en-US" sz="3678" i="0" u="none" strike="noStrike" cap="none" baseline="30000" dirty="0"><a:solidFill><a:schemeClr val="dk1"/></a:solidFill><a:latin typeface="Roboto"/><a:ea typeface="Roboto"/><a:cs typeface="Roboto"/><a:sym typeface="Roboto"/></a:rPr><a:t>1</a:t></a:r><a:r><a:rPr lang="en-US" sz="3678" i="0" u="none" strike="noStrike" cap="none" dirty="0"><a:solidFill><a:schemeClr val="dk1"/></a:solidFill><a:latin typeface="Roboto"/><a:ea typeface="Roboto"/><a:cs typeface="Roboto"/><a:sym typeface="Roboto"/></a:rPr><a:t>, </a:t></a:r><a:r><a:rPr lang="en-US" sz="3678" i="0" u="none" strike="noStrike" cap="none" dirty="0" err="1"><a:solidFill><a:schemeClr val="dk1"/></a:solidFill><a:latin typeface="Roboto"/><a:ea typeface="Roboto"/><a:cs typeface="Roboto"/><a:sym typeface="Roboto"/></a:rPr><a:t>Samart</a:t></a:r><a:r><a:rPr lang="en-US" sz="3678" i="0" u="none" strike="noStrike" cap="none" dirty="0"><a:solidFill><a:schemeClr val="dk1"/></a:solidFill><a:latin typeface="Roboto"/><a:ea typeface="Roboto"/><a:cs typeface="Roboto"/><a:sym typeface="Roboto"/></a:rPr><a:t> HORN</a:t></a:r><a:r><a:rPr lang="en-US" sz="3678" i="0" u="none" strike="noStrike" cap="none" baseline="30000" dirty="0"><a:solidFill><a:schemeClr val="dk1"/></a:solidFill><a:latin typeface="Roboto"/><a:ea typeface="Roboto"/><a:cs typeface="Roboto"/><a:sym typeface="Roboto"/></a:rPr><a:t>2</a:t></a:r><a:r><a:rPr lang="en-US" sz="3678" dirty="0"><a:solidFill><a:schemeClr val="dk1"/></a:solidFill><a:latin typeface="Roboto"/><a:ea typeface="Roboto"/><a:cs typeface="Roboto"/><a:sym typeface="Roboto"/></a:rPr><a:t>, Sokhan CHAN</a:t></a:r><a:r><a:rPr lang="en-US" sz="3678" baseline="30000" dirty="0"><a:solidFill><a:schemeClr val="dk1"/></a:solidFill><a:latin typeface="Roboto"/><a:ea typeface="Roboto"/><a:cs typeface="Roboto"/><a:sym typeface="Roboto"/></a:rPr><a:t>3</a:t></a:r><a:r><a:rPr lang="en-US" sz="3678" dirty="0"><a:solidFill><a:schemeClr val="dk1"/></a:solidFill><a:latin typeface="Roboto"/><a:ea typeface="Roboto"/><a:cs typeface="Roboto"/><a:sym typeface="Roboto"/></a:rPr><a:t>, Ham HENG</a:t></a:r><a:r><a:rPr lang="en-US" sz="3678" baseline="30000" dirty="0"><a:solidFill><a:schemeClr val="dk1"/></a:solidFill><a:latin typeface="Roboto"/><a:ea typeface="Roboto"/><a:cs typeface="Roboto"/><a:sym typeface="Roboto"/></a:rPr><a:t>4</a:t></a:r><a:r><a:rPr lang="en-US" sz="3678" dirty="0"><a:solidFill><a:schemeClr val="dk1"/></a:solidFill><a:latin typeface="Roboto"/><a:ea typeface="Roboto"/><a:cs typeface="Roboto"/><a:sym typeface="Roboto"/></a:rPr><a:t>, </a:t></a:r><a:r><a:rPr lang="en-US" sz="3678" dirty="0" err="1"><a:solidFill><a:schemeClr val="dk1"/></a:solidFill><a:latin typeface="Roboto"/><a:ea typeface="Roboto"/><a:cs typeface="Roboto"/><a:sym typeface="Roboto"/></a:rPr><a:t>Mengseu</a:t></a:r><a:r><a:rPr lang="en-US" sz="3678" dirty="0"><a:solidFill><a:schemeClr val="dk1"/></a:solidFill><a:latin typeface="Roboto"/><a:ea typeface="Roboto"/><a:cs typeface="Roboto"/><a:sym typeface="Roboto"/></a:rPr><a:t> SAK</a:t></a:r><a:r><a:rPr lang="en-US" sz="3678" baseline="30000" dirty="0"><a:solidFill><a:schemeClr val="dk1"/></a:solidFill><a:latin typeface="Roboto"/><a:ea typeface="Roboto"/><a:cs typeface="Roboto"/><a:sym typeface="Roboto"/></a:rPr><a:t>5</a:t></a:r><a:r><a:rPr lang="en-US" sz="3678" i="0" u="none" strike="noStrike" cap="none" baseline="30000" dirty="0"><a:solidFill><a:schemeClr val="dk1"/></a:solidFill><a:latin typeface="Roboto"/><a:ea typeface="Roboto"/><a:cs typeface="Roboto"/><a:sym typeface="Roboto"/></a:rPr><a:t> </a:t></a:r><a:endParaRPr dirty="0"><a:latin typeface="Roboto"/><a:ea typeface="Roboto"/><a:cs typeface="Roboto"/><a:sym typeface="Roboto"/></a:endParaRPr></a:p><a:p><a:pPr marL="0" marR="0" lvl="0" indent="0" algn="ctr" rtl="0"><a:lnSpc><a:spcPct val="100000"/></a:lnSpc><a:spcBef><a:spcPts val="552"/></a:spcBef><a:spcAft><a:spcPts val="0"/></a:spcAft><a:buNone/></a:pPr><a:r><a:rPr lang="en-US" sz="3678" i="0" u="none" strike="noStrike" cap="none" baseline="30000" dirty="0"><a:solidFill><a:schemeClr val="dk1"/></a:solidFill><a:latin typeface="Roboto"/><a:ea typeface="Roboto"/><a:cs typeface="Roboto"/><a:sym typeface="Roboto"/></a:rPr><a:t>1</a:t></a:r><a:r><a:rPr lang="en-US" sz="3678" baseline="30000" dirty="0"><a:solidFill><a:schemeClr val="dk1"/></a:solidFill><a:latin typeface="Roboto"/><a:ea typeface="Roboto"/><a:cs typeface="Roboto"/><a:sym typeface="Roboto"/></a:rPr><a:t>,2,3,4,5 </a:t></a:r><a:r><a:rPr lang="en-US" sz="3678" i="0" u="none" strike="noStrike" cap="none" dirty="0"><a:solidFill><a:schemeClr val="dk1"/></a:solidFill><a:latin typeface="Roboto"/><a:ea typeface="Roboto"/><a:cs typeface="Roboto"/><a:sym typeface="Roboto"/></a:rPr><a:t>National University of Battambang</a:t></a:r><a:endParaRPr sz="3678" i="0" u="none" strike="noStrike" cap="none" dirty="0"><a:solidFill><a:schemeClr val="dk1"/></a:solidFill><a:latin typeface="Roboto"/><a:ea typeface="Roboto"/><a:cs typeface="Roboto"/><a:sym typeface="Roboto"/></a:endParaRPr></a:p><a:p><a:pPr marL="0" marR="0" lvl="0" indent="0" algn="ctr" rtl="0"><a:lnSpc><a:spcPct val="100000"/></a:lnSpc><a:spcAft><a:spcPts val="0"/></a:spcAft><a:buNone/></a:pPr><a:r><a:rPr lang="en-US" sz="3678" i="1" u="none" strike="noStrike" cap="none" dirty="0"><a:solidFill><a:schemeClr val="dk1"/></a:solidFill><a:latin typeface="Roboto"/><a:ea typeface="Roboto"/><a:cs typeface="Roboto"/><a:sym typeface="Roboto"/></a:rPr><a:t>eng.titya@nubb.edu.kh, horn.samart@nubb.edu.kh, </a:t></a:r></a:p><a:p><a:pPr marL="0" marR="0" lvl="0" indent="0" algn="ctr" rtl="0"><a:lnSpc><a:spcPct val="100000"/></a:lnSpc><a:spcAft><a:spcPts val="0"/></a:spcAft><a:buNone/></a:pPr><a:r><a:rPr lang="en-US" sz="3678" i="1" dirty="0"><a:solidFill><a:schemeClr val="dk1"/></a:solidFill><a:latin typeface="Roboto"/><a:ea typeface="Roboto"/><a:cs typeface="Roboto"/><a:sym typeface="Roboto"/><a:hlinkClick r:id="rId4"/></a:rPr><a:t>chan.sokha@nubb.edu.kh</a:t></a:r><a:r><a:rPr lang="en-US" sz="3678" i="1" dirty="0"><a:solidFill><a:schemeClr val="dk1"/></a:solidFill><a:latin typeface="Roboto"/><a:ea typeface="Roboto"/><a:cs typeface="Roboto"/><a:sym typeface="Roboto"/></a:rPr><a:t>, </a:t></a:r><a:r><a:rPr lang="en-US" sz="3678" i="1" dirty="0" err="1"><a:solidFill><a:schemeClr val="dk1"/></a:solidFill><a:latin typeface="Roboto"/><a:ea typeface="Roboto"/><a:cs typeface="Roboto"/><a:sym typeface="Roboto"/></a:rPr><a:t>ham.heng@nubb.edu.kh</a:t></a:r><a:r><a:rPr lang="en-US" sz="3678" i="1" dirty="0"><a:solidFill><a:schemeClr val="dk1"/></a:solidFill><a:latin typeface="Roboto"/><a:ea typeface="Roboto"/><a:cs typeface="Roboto"/><a:sym typeface="Roboto"/></a:rPr><a:t>, </a:t></a:r><a:r><a:rPr lang="en-US" sz="3678" i="1" u="none" strike="noStrike" cap="none" dirty="0"><a:solidFill><a:schemeClr val="dk1"/></a:solidFill><a:latin typeface="Roboto"/><a:ea typeface="Roboto"/><a:cs typeface="Roboto"/><a:sym typeface="Roboto"/><a:hlinkClick r:id="rId5"/></a:rPr><a:t>sakmengseu007@gmail.com</a:t></a:r><a:endParaRPr sz="3678" i="0" u="none" strike="noStrike" cap="none" dirty="0"><a:solidFill><a:schemeClr val="dk1"/></a:solidFill><a:latin typeface="Roboto"/><a:ea typeface="Roboto"/><a:cs typeface="Roboto"/><a:sym typeface="Roboto"/></a:endParaRPr></a:p></p:txBody></p:sp><p:sp><p:nvSpPr><p:cNvPr id="93" name="Google Shape;93;p1"/><p:cNvSpPr/><p:nvPr/></p:nvSpPr><p:spPr><a:xfrm><a:off x="8369474" y="18712119"/><a:ext cx="42037" cy="42037"/></a:xfrm><a:prstGeom prst="ellipse"><a:avLst/></a:prstGeom><a:solidFill><a:schemeClr val="accent1"/></a:solidFill><a:ln w="12700" cap="flat" cmpd="sng"><a:solidFill><a:srgbClr val="31538F"/></a:solidFill><a:prstDash val="solid"/><a:miter lim="800000"/><a:headEnd type="none" w="sm" len="sm"/><a:tailEnd type="none" w="sm" len="sm"/></a:ln></p:spPr><p:txBody><a:bodyPr spcFirstLastPara="1" wrap="square" lIns="84050" tIns="42000" rIns="84050" bIns="42000" anchor="ctr" anchorCtr="0"><a:noAutofit/></a:bodyPr><a:lstStyle/><a:p><a:pPr marL="0" marR="0" lvl="0" indent="0" algn="ctr" rtl="0"><a:lnSpc><a:spcPct val="100000"/></a:lnSpc><a:spcBef><a:spcPts val="0"/></a:spcBef><a:spcAft><a:spcPts val="0"/></a:spcAft><a:buNone/></a:pPr><a:endParaRPr sz="1655" b="0" i="0" u="none" strike="noStrike" cap="none"><a:solidFill><a:schemeClr val="lt1"/></a:solidFill><a:latin typeface="Calibri"/><a:ea typeface="Calibri"/><a:cs typeface="Calibri"/><a:sym typeface="Calibri"/></a:endParaRPr></a:p></p:txBody></p:sp><p:sp><p:nvSpPr><p:cNvPr id="94" name="Google Shape;94;p1"/><p:cNvSpPr/><p:nvPr/></p:nvSpPr><p:spPr><a:xfrm><a:off x="5915597" y="16368380"/><a:ext cx="3530087" cy="657441"/></a:xfrm><a:prstGeom prst="roundRect"><a:avLst><a:gd name="adj" fmla="val 16667"/></a:avLst></a:prstGeom><a:noFill/><a:ln><a:noFill/></a:ln></p:spPr><p:txBody><a:bodyPr spcFirstLastPara="1" wrap="square" lIns="84050" tIns="42000" rIns="84050" bIns="42000" anchor="t" anchorCtr="0"><a:spAutoFit/></a:bodyPr><a:lstStyle/><a:p><a:pPr marL="0" marR="0" lvl="0" indent="0" algn="ctr" rtl="0"><a:lnSpc><a:spcPct val="100000"/></a:lnSpc><a:spcBef><a:spcPts val="0"/></a:spcBef><a:spcAft><a:spcPts val="0"/></a:spcAft><a:buNone/></a:pPr><a:r><a:rPr lang="en-US" sz="3310" b="1" i="0" u="none" strike="noStrike" cap="none"><a:solidFill><a:schemeClr val="lt1"/></a:solidFill><a:latin typeface="Twentieth Century"/><a:ea typeface="Twentieth Century"/><a:cs typeface="Twentieth Century"/><a:sym typeface="Twentieth Century"/></a:rPr><a:t>OBJECTIVE</a:t></a:r><a:endParaRPr sz="1225" b="0" i="0" u="none" strike="noStrike" cap="none"><a:solidFill><a:srgbClr val="000000"/></a:solidFill><a:latin typeface="Arial"/><a:ea typeface="Arial"/><a:cs typeface="Arial"/><a:sym typeface="Arial"/></a:endParaRPr></a:p></p:txBody></p:sp><p:grpSp><p:nvGrpSpPr><p:cNvPr id="95" name="Google Shape;95;p1"/><p:cNvGrpSpPr/><p:nvPr/></p:nvGrpSpPr><p:grpSpPr><a:xfrm><a:off x="24362896" y="328298"/><a:ext cx="5283046" cy="2502384"/><a:chOff x="26974800" y="23166"/><a:chExt cx="5745790" cy="2721569"/></a:xfrm></p:grpSpPr><p:pic><p:nvPicPr><p:cNvPr id="96" name="Google Shape;96;p1"/><p:cNvPicPr preferRelativeResize="0"/><p:nvPr/></p:nvPicPr><p:blipFill rotWithShape="1"><a:blip r:embed="rId3"><a:alphaModFix/></a:blip><a:srcRect l="14448" t="6746" r="14819" b="56850"/><a:stretch/></p:blipFill><p:spPr><a:xfrm><a:off x="27883484" y="255269"/><a:ext cx="4837106" cy="2489466"/></a:xfrm><a:prstGeom prst="rect"><a:avLst/></a:prstGeom><a:noFill/><a:ln><a:noFill/></a:ln></p:spPr></p:pic><p:sp><p:nvSpPr><p:cNvPr id="97" name="Google Shape;97;p1"/><p:cNvSpPr/><p:nvPr/></p:nvSpPr><p:spPr><a:xfrm><a:off x="26974800" y="23166"/><a:ext cx="2235200" cy="862331"/></a:xfrm><a:prstGeom prst="flowChartConnector"><a:avLst/></a:prstGeom><a:solidFill><a:schemeClr val="lt1"/></a:solidFill><a:ln w="25400" cap="flat" cmpd="sng"><a:solidFill><a:schemeClr val="lt1"/></a:solidFill><a:prstDash val="solid"/><a:round/><a:headEnd type="none" w="sm" len="sm"/><a:tailEnd type="none" w="sm" len="sm"/></a:ln></p:spPr><p:txBody><a:bodyPr spcFirstLastPara="1" wrap="square" lIns="91425" tIns="45700" rIns="91425" bIns="45700" anchor="ctr" anchorCtr="0"><a:noAutofit/></a:bodyPr><a:lstStyle/><a:p><a:pPr marL="0" marR="0" lvl="0" indent="0" algn="ctr" rtl="0"><a:lnSpc><a:spcPct val="100000"/></a:lnSpc><a:spcBef><a:spcPts val="0"/></a:spcBef><a:spcAft><a:spcPts val="0"/></a:spcAft><a:buNone/></a:pPr><a:endParaRPr sz="1225" b="0" i="0" u="none" strike="noStrike" cap="none"><a:solidFill><a:schemeClr val="lt1"/></a:solidFill><a:latin typeface="Arial"/><a:ea typeface="Arial"/><a:cs typeface="Arial"/><a:sym typeface="Arial"/></a:endParaRPr></a:p></p:txBody></p:sp></p:grpSp><p:grpSp><p:nvGrpSpPr><p:cNvPr id="98" name="Google Shape;98;p1"/><p:cNvGrpSpPr/><p:nvPr/></p:nvGrpSpPr><p:grpSpPr><a:xfrm><a:off x="11977" y="2809453"/><a:ext cx="5231381" cy="1029795"/><a:chOff x="6604" y="2793836"/><a:chExt cx="5337509" cy="1119995"/></a:xfrm></p:grpSpPr><p:sp><p:nvSpPr><p:cNvPr id="99" name="Google Shape;99;p1"/><p:cNvSpPr/><p:nvPr/></p:nvSpPr><p:spPr><a:xfrm><a:off x="6604" y="2793836"/><a:ext cx="4954502" cy="1119995"/></a:xfrm><a:prstGeom prst="homePlate"><a:avLst><a:gd name="adj" fmla="val 50000"/></a:avLst></a:prstGeom><a:solidFill><a:srgbClr val="A9C9C7"/></a:solidFill><a:ln><a:noFill/></a:ln></p:spPr><p:txBody><a:bodyPr spcFirstLastPara="1" wrap="square" lIns="91425" tIns="45700" rIns="91425" bIns="45700" anchor="ctr" anchorCtr="0"><a:noAutofit/></a:bodyPr><a:lstStyle/><a:p><a:pPr marL="0" marR="0" lvl="0" indent="0" algn="ctr" rtl="0"><a:lnSpc><a:spcPct val="100000"/></a:lnSpc><a:spcBef><a:spcPts val="0"/></a:spcBef><a:spcAft><a:spcPts val="0"/></a:spcAft><a:buNone/></a:pPr><a:endParaRPr sz="1225" b="0" i="0" u="none" strike="noStrike" cap="none"><a:solidFill><a:schemeClr val="lt1"/></a:solidFill><a:latin typeface="Arial"/><a:ea typeface="Arial"/><a:cs typeface="Arial"/><a:sym typeface="Arial"/></a:endParaRPr></a:p></p:txBody></p:sp><p:sp><p:nvSpPr><p:cNvPr id="100" name="Google Shape;100;p1"/><p:cNvSpPr txBox="1"/><p:nvPr/></p:nvSpPr><p:spPr><a:xfrm><a:off x="389611" y="3020568"/><a:ext cx="4954502" cy="654374"/></a:xfrm><a:prstGeom prst="rect"><a:avLst/></a:prstGeom><a:noFill/><a:ln><a:noFill/></a:ln></p:spPr><p:txBody><a:bodyPr spcFirstLastPara="1" wrap="square" lIns="91425" tIns="45700" rIns="91425" bIns="45700" anchor="t" anchorCtr="0"><a:spAutoFit/></a:bodyPr><a:lstStyle/><a:p><a:pPr marL="0" marR="0" lvl="0" indent="0" algn="l" rtl="0"><a:lnSpc><a:spcPct val="100000"/></a:lnSpc><a:spcBef><a:spcPts val="0"/></a:spcBef><a:spcAft><a:spcPts val="0"/></a:spcAft><a:buNone/></a:pPr><a:r><a:rPr lang="en-US" sz="3310" b="1" i="0" u="none" strike="noStrike" cap="none" dirty="0"><a:solidFill><a:schemeClr val="dk1"/></a:solidFill><a:latin typeface="Roboto"/><a:ea typeface="Roboto"/><a:cs typeface="Roboto"/><a:sym typeface="Roboto"/></a:rPr><a:t>Poster ID: SD150191</a:t></a:r><a:endParaRPr sz="3310" i="0" u="none" strike="noStrike" cap="none" dirty="0"><a:solidFill><a:srgbClr val="000000"/></a:solidFill><a:latin typeface="Roboto"/><a:ea typeface="Roboto"/><a:cs typeface="Roboto"/><a:sym typeface="Roboto"/></a:endParaRPr></a:p></p:txBody></p:sp></p:grpSp><p:sp><p:nvSpPr><p:cNvPr id="3" name="Rounded Rectangle 4"><a:extLst><a:ext uri="{FF2B5EF4-FFF2-40B4-BE49-F238E27FC236}"><a16:creationId xmlns:a16="http://schemas.microsoft.com/office/drawing/2014/main" id="{91DA38A3-E691-5344-782B-8C20EB006CC3}"/></a:ext></a:extLst></p:cNvPr><p:cNvSpPr/><p:nvPr/></p:nvSpPr><p:spPr><a:xfrm><a:off x="15213805" y="35790476"/><a:ext cx="14468165" cy="6349999"/></a:xfrm><a:prstGeom prst="roundRect"><a:avLst><a:gd name="adj" fmla="val 4762"/></a:avLst></a:prstGeom><a:solidFill><a:schemeClr val="accent1"><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endParaRPr lang="en-US" sz="3600" b="1" cap="all" dirty="0"><a:solidFill><a:schemeClr val="accent1"><a:lumMod val="50000"/></a:schemeClr></a:solidFill></a:endParaRPr></a:p><a:p><a:pPr marL="571500" indent="-571500" algn="just"><a:buFont typeface="Arial" panose="020B0604020202020204" pitchFamily="34" charset="0"/><a:buChar char="•"/></a:pPr><a:endParaRPr lang="en-US" sz="2800" dirty="0"><a:solidFill><a:schemeClr val="tx1"/></a:solidFill></a:endParaRPr></a:p></p:txBody></p:sp><p:sp><p:nvSpPr><p:cNvPr id="5" name="Rounded Rectangle 76"><a:extLst><a:ext uri="{FF2B5EF4-FFF2-40B4-BE49-F238E27FC236}"><a16:creationId xmlns:a16="http://schemas.microsoft.com/office/drawing/2014/main" id="{D2DADB2F-1BCC-A85D-5D53-A9F13D8CF52B}"/></a:ext></a:extLst></p:cNvPr><p:cNvSpPr/><p:nvPr/></p:nvSpPr><p:spPr><a:xfrm><a:off x="15269635" y="35916290"/><a:ext cx="14376304" cy="6860670"/></a:xfrm><a:prstGeom prst="roundRect"><a:avLst><a:gd name="adj" fmla="val 4762"/></a:avLst></a:prstGeom><a:no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r><a:rPr lang="en-US" sz="3600" b="1" i="1" cap="all" dirty="0"><a:solidFill><a:schemeClr val="tx1"/></a:solidFill></a:rPr><a:t>References:</a:t></a:r></a:p><a:p><a:r><a:rPr lang="en-US" sz="2400" dirty="0"><a:solidFill><a:schemeClr val="tx1"/></a:solidFill></a:rPr><a:t>[1] E. </a:t></a:r><a:r><a:rPr lang="en-US" sz="2400" dirty="0" err="1"><a:solidFill><a:schemeClr val="tx1"/></a:solidFill></a:rPr><a:t>Kasneci</a:t></a:r><a:r><a:rPr lang="en-US" sz="2400" dirty="0"><a:solidFill><a:schemeClr val="tx1"/></a:solidFill></a:rPr><a:t> et al., “ChatGPT for good? On opportunities and challenges of large language models for education,” Learning and Individual Differences, vol. 103, p. 102274, 2023.</a:t></a:r></a:p><a:p><a:r><a:rPr lang="en-US" sz="2400" dirty="0"><a:solidFill><a:schemeClr val="tx1"/></a:solidFill></a:rPr><a:t>[2] O. Zawacki-Richter, V. I. Marín, M. Bond, and F. Gouverneur, “Systematic review of research on artificial intelligence applications in higher education,” International Journal of Educational Technology in Higher Education, vol. 16, no. 1, p. 39, 2019.</a:t></a:r></a:p><a:p><a:r><a:rPr lang="en-US" sz="2400" dirty="0"><a:solidFill><a:schemeClr val="tx1"/></a:solidFill></a:rPr><a:t>[3] S. Deterding, D. Dixon, R. Khaled, and L. Nacke, “From game design elements to </a:t></a:r><a:r><a:rPr lang="en-US" sz="2400" dirty="0" err="1"><a:solidFill><a:schemeClr val="tx1"/></a:solidFill></a:rPr><a:t>gamefulness</a:t></a:r><a:r><a:rPr lang="en-US" sz="2400" dirty="0"><a:solidFill><a:schemeClr val="tx1"/></a:solidFill></a:rPr><a:t>: Defining gamification,” in Proc. 15th Int. Academic </a:t></a:r><a:r><a:rPr lang="en-US" sz="2400" dirty="0" err="1"><a:solidFill><a:schemeClr val="tx1"/></a:solidFill></a:rPr><a:t>MindTrek</a:t></a:r><a:r><a:rPr lang="en-US" sz="2400" dirty="0"><a:solidFill><a:schemeClr val="tx1"/></a:solidFill></a:rPr><a:t> Conf., 2011, pp. 9–15.</a:t></a:r></a:p><a:p><a:r><a:rPr lang="en-US" sz="2400" dirty="0"><a:solidFill><a:schemeClr val="tx1"/></a:solidFill></a:rPr><a:t>[4] S. Kurdi, J. Leo, and D. </a:t></a:r><a:r><a:rPr lang="en-US" sz="2400" dirty="0" err="1"><a:solidFill><a:schemeClr val="tx1"/></a:solidFill></a:rPr><a:t>Parsia</a:t></a:r><a:r><a:rPr lang="en-US" sz="2400" dirty="0"><a:solidFill><a:schemeClr val="tx1"/></a:solidFill></a:rPr><a:t>, “A Systematic Review of Automatic Question Generation for Educational Purposes,” International Journal of Artificial Intelligence in Education, vol. 30, pp. 121–204, 2020.</a:t></a:r></a:p><a:p><a:r><a:rPr lang="en-US" sz="2400" dirty="0"><a:solidFill><a:schemeClr val="tx1"/></a:solidFill></a:rPr><a:t>[5] D. López, P. M. Guerrero, and L. Molina, “Real-time collaborative learning systems for classroom interaction,” Computers in Human Behavior, vol. 92, pp. 247–257, 2019.</a:t></a:r></a:p><a:p><a:r><a:rPr lang="en-US" sz="2400" dirty="0"><a:solidFill><a:schemeClr val="tx1"/></a:solidFill></a:rPr><a:t>[6] Moodle HQ, “Moodle AI subsystem documentation,” 2024. [Online]. Available: https://</a:t></a:r><a:r><a:rPr lang="en-US" sz="2400" dirty="0" err="1"><a:solidFill><a:schemeClr val="tx1"/></a:solidFill></a:rPr><a:t>moodledev.io</a:t></a:r><a:endParaRPr lang="en-US" sz="2400" dirty="0"><a:solidFill><a:schemeClr val="tx1"/></a:solidFill></a:endParaRPr></a:p></p:txBody></p:sp><p:sp><p:nvSpPr><p:cNvPr id="6" name="Rounded Rectangle 4"><a:extLst><a:ext uri="{FF2B5EF4-FFF2-40B4-BE49-F238E27FC236}"><a16:creationId xmlns:a16="http://schemas.microsoft.com/office/drawing/2014/main" id="{2A3D487E-950D-768E-1406-30005889A55A}"/></a:ext></a:extLst></p:cNvPr><p:cNvSpPr/><p:nvPr/></p:nvSpPr><p:spPr><a:xfrm><a:off x="601535" y="4641300"/><a:ext cx="13409431" cy="6655606"/></a:xfrm><a:prstGeom prst="roundRect"><a:avLst><a:gd name="adj" fmla="val 476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a:lnSpc><a:spcPct val="150000"/></a:lnSpc></a:pPr><a:r><a:rPr lang="en-US" sz="3600" b="1" cap="all" dirty="0"><a:solidFill><a:schemeClr val="accent6"><a:lumMod val="50000"/></a:schemeClr></a:solidFill></a:rPr><a:t>Abstract</a:t></a:r></a:p><a:p><a:pPr algn="just"><a:lnSpc><a:spcPct val="150000"/></a:lnSpc></a:pPr><a:r><a:rPr lang="en-US" sz="2800" dirty="0"><a:solidFill><a:schemeClr val="tx1"/></a:solidFill></a:rPr><a:t>This study proposes a privacy-preserving AI-enhanced assessment framework for Moodle integrating locally hosted Large Language Models (LLMs) and WebSocket-based real-time classroom interaction. The system supports automated quiz generation, live leaderboards, synchronized timers, and instant feedback while eliminating dependency on cloud-based AI services. The proposed architecture combines GPU-accelerated local inference with real-time communication to support large classroom participation with low latency and reduced operational cost.</a:t></a:r></a:p></p:txBody></p:sp><p:cxnSp><p:nvCxnSpPr><p:cNvPr id="8" name="Straight Connector 7"><a:extLst><a:ext uri="{FF2B5EF4-FFF2-40B4-BE49-F238E27FC236}"><a16:creationId xmlns:a16="http://schemas.microsoft.com/office/drawing/2014/main" id="{5DBEE9B3-ABBD-82A0-3BA1-A9251625468E}"/></a:ext></a:extLst></p:cNvPr><p:cNvCxnSpPr/><p:nvPr/></p:nvCxnSpPr><p:spPr><a:xfrm><a:off x="14630400" y="4800600"/><a:ext cx="0" cy="37090350"/></a:xfrm><a:prstGeom prst="line"><a:avLst/></a:prstGeom></p:spPr><p:style><a:lnRef idx="1"><a:schemeClr val="accent1"/></a:lnRef><a:fillRef idx="0"><a:schemeClr val="accent1"/></a:fillRef><a:effectRef idx="0"><a:schemeClr val="accent1"/></a:effectRef><a:fontRef idx="minor"><a:schemeClr val="tx1"/></a:fontRef></p:style></p:cxnSp><p:sp><p:nvSpPr><p:cNvPr id="7" name="Rounded Rectangle 4"><a:extLst><a:ext uri="{FF2B5EF4-FFF2-40B4-BE49-F238E27FC236}"><a16:creationId xmlns:a16="http://schemas.microsoft.com/office/drawing/2014/main" id="{AB7D68B1-046B-AEDA-A04D-954DDB3E8625}"/></a:ext></a:extLst></p:cNvPr><p:cNvSpPr/><p:nvPr/></p:nvSpPr><p:spPr><a:xfrm><a:off x="601534" y="16169269"/><a:ext cx="13409431" cy="6529498"/></a:xfrm><a:prstGeom prst="roundRect"><a:avLst><a:gd name="adj" fmla="val 476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Problem statement</a:t></a:r></a:p><a:p><a:pPr><a:lnSpc><a:spcPct val="150000"/></a:lnSpc></a:pPr><a:r><a:rPr lang="en-US" sz="2800" b="1" dirty="0"><a:solidFill><a:schemeClr val="tx1"/></a:solidFill></a:rPr><a:t>Problem Statement</a:t></a:r></a:p><a:p><a:pPr marL="457200" indent="-457200"><a:lnSpc><a:spcPct val="150000"/></a:lnSpc><a:buFont typeface="Arial" panose="020B0604020202020204" pitchFamily="34" charset="0"/><a:buChar char="•"/></a:pPr><a:r><a:rPr lang="en-US" sz="2800" dirty="0"><a:solidFill><a:schemeClr val="tx1"/></a:solidFill></a:rPr><a:t>Traditional Moodle quizzes require significant manual preparation. </a:t></a:r></a:p><a:p><a:pPr marL="457200" indent="-457200"><a:lnSpc><a:spcPct val="150000"/></a:lnSpc><a:buFont typeface="Arial" panose="020B0604020202020204" pitchFamily="34" charset="0"/><a:buChar char="•"/></a:pPr><a:r><a:rPr lang="en-US" sz="2800" dirty="0"><a:solidFill><a:schemeClr val="tx1"/></a:solidFill></a:rPr><a:t>Existing AI-based assessment systems rely heavily on cloud APIs. </a:t></a:r></a:p><a:p><a:pPr marL="457200" indent="-457200"><a:lnSpc><a:spcPct val="150000"/></a:lnSpc><a:buFont typeface="Arial" panose="020B0604020202020204" pitchFamily="34" charset="0"/><a:buChar char="•"/></a:pPr><a:r><a:rPr lang="en-US" sz="2800" dirty="0"><a:solidFill><a:schemeClr val="tx1"/></a:solidFill></a:rPr><a:t>Cloud-based AI introduces: </a:t></a:r></a:p><a:p><a:pPr lvl="6"><a:lnSpc><a:spcPct val="150000"/></a:lnSpc></a:pPr><a:r><a:rPr lang="en-US" sz="2800" dirty="0"><a:solidFill><a:schemeClr val="tx1"/></a:solidFill></a:rPr><a:t>              - recurring operational cost </a:t></a:r></a:p><a:p><a:pPr lvl="1"><a:lnSpc><a:spcPct val="150000"/></a:lnSpc></a:pPr><a:r><a:rPr lang="en-US" sz="2800" dirty="0"><a:solidFill><a:schemeClr val="tx1"/></a:solidFill></a:rPr><a:t>              - institutional data privacy concerns </a:t></a:r></a:p><a:p><a:pPr marL="457200" indent="-457200"><a:lnSpc><a:spcPct val="150000"/></a:lnSpc><a:buFont typeface="Arial" panose="020B0604020202020204" pitchFamily="34" charset="0"/><a:buChar char="•"/></a:pPr><a:r><a:rPr lang="en-US" sz="2800" dirty="0"><a:solidFill><a:schemeClr val="tx1"/></a:solidFill></a:rPr><a:t>Real-time classroom engagement is limited in conventional Moodle assessments.</a:t></a:r></a:p></p:txBody></p:sp><p:sp><p:nvSpPr><p:cNvPr id="9" name="Rounded Rectangle 4"><a:extLst><a:ext uri="{FF2B5EF4-FFF2-40B4-BE49-F238E27FC236}"><a16:creationId xmlns:a16="http://schemas.microsoft.com/office/drawing/2014/main" id="{0BED3D8C-C26D-3D03-0931-D9F53E76AC70}"/></a:ext></a:extLst></p:cNvPr><p:cNvSpPr/><p:nvPr/></p:nvSpPr><p:spPr><a:xfrm><a:off x="621333" y="27847305"/><a:ext cx="13409431" cy="14575254"/></a:xfrm><a:prstGeom prst="roundRect"><a:avLst><a:gd name="adj" fmla="val 278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methodology</a:t></a:r></a:p></p:txBody></p:sp><p:sp><p:nvSpPr><p:cNvPr id="11" name="Rounded Rectangle 4"><a:extLst><a:ext uri="{FF2B5EF4-FFF2-40B4-BE49-F238E27FC236}"><a16:creationId xmlns:a16="http://schemas.microsoft.com/office/drawing/2014/main" id="{171B935B-58CF-F7E2-3D3E-21E459B08049}"/></a:ext></a:extLst></p:cNvPr><p:cNvSpPr/><p:nvPr/></p:nvSpPr><p:spPr><a:xfrm><a:off x="15249835" y="4641300"/><a:ext cx="14396106" cy="18057467"/></a:xfrm><a:prstGeom prst="roundRect"><a:avLst><a:gd name="adj" fmla="val 1893"/></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User Interface</a:t></a: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a:p><a:pPr algn="just"><a:lnSpc><a:spcPct val="150000"/></a:lnSpc></a:pPr><a:endParaRPr lang="en-US" sz="3200" b="1" cap="all" dirty="0"><a:solidFill><a:schemeClr val="accent6"><a:lumMod val="50000"/></a:schemeClr></a:solidFill></a:endParaRPr></a:p></p:txBody></p:sp><p:sp><p:nvSpPr><p:cNvPr id="12" name="Rounded Rectangle 4"><a:extLst><a:ext uri="{FF2B5EF4-FFF2-40B4-BE49-F238E27FC236}"><a16:creationId xmlns:a16="http://schemas.microsoft.com/office/drawing/2014/main" id="{F160B309-8985-C37E-E269-6986EB0F73B0}"/></a:ext></a:extLst></p:cNvPr><p:cNvSpPr/><p:nvPr/></p:nvSpPr><p:spPr><a:xfrm><a:off x="15269635" y="23210584"/><a:ext cx="14396106" cy="5561833"/></a:xfrm><a:prstGeom prst="roundRect"><a:avLst><a:gd name="adj" fmla="val 476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Experimental Results:</a:t></a:r></a:p><a:p><a:pPr><a:lnSpc><a:spcPct val="150000"/></a:lnSpc></a:pPr><a:r><a:rPr lang="en-US" sz="2800" dirty="0"><a:solidFill><a:schemeClr val="tx1"/></a:solidFill></a:rPr><a:t>Local LLM deployment & performance:</a:t></a:r></a:p><a:p><a:pPr marL="571500" indent="-571500"><a:lnSpc><a:spcPct val="150000"/></a:lnSpc><a:buFont typeface="Arial" panose="020B0604020202020204" pitchFamily="34" charset="0"/><a:buChar char="•"/></a:pPr><a:r><a:rPr lang="en-US" sz="2800" dirty="0"><a:solidFill><a:schemeClr val="tx1"/></a:solidFill></a:rPr><a:t>Ollama + deepseek-r1:8b on Apple M5 (16 GB RAM)</a:t></a:r></a:p><a:p><a:pPr marL="571500" indent="-571500"><a:lnSpc><a:spcPct val="150000"/></a:lnSpc><a:buFont typeface="Arial" panose="020B0604020202020204" pitchFamily="34" charset="0"/><a:buChar char="•"/></a:pPr><a:r><a:rPr lang="en-US" sz="2800" dirty="0"><a:solidFill><a:schemeClr val="tx1"/></a:solidFill></a:rPr><a:t>125 prompts (5 domains × 25 MCQs); mean 58.9 s/Q (p95 83.0 s)</a:t></a:r></a:p><a:p><a:pPr marL="571500" indent="-571500"><a:lnSpc><a:spcPct val="150000"/></a:lnSpc><a:buFont typeface="Arial" panose="020B0604020202020204" pitchFamily="34" charset="0"/><a:buChar char="•"/></a:pPr><a:r><a:rPr lang="en-US" sz="2800" dirty="0"><a:solidFill><a:schemeClr val="tx1"/></a:solidFill></a:rPr><a:t>API/JSON success 100% (n=3); expert rubric (2 raters, n=125)</a:t></a:r></a:p><a:p><a:pPr marL="571500" indent="-571500"><a:lnSpc><a:spcPct val="150000"/></a:lnSpc><a:buFont typeface="Arial" panose="020B0604020202020204" pitchFamily="34" charset="0"/><a:buChar char="•"/></a:pPr><a:r><a:rPr lang="en-US" sz="2800" dirty="0"><a:solidFill><a:schemeClr val="tx1"/></a:solidFill></a:rPr><a:t>WebSocket: 30/30 clients, RTT 1.6 ms (p95 6.1 ms)</a:t></a:r></a:p><a:p><a:pPr marL="571500" indent="-571500"><a:lnSpc><a:spcPct val="150000"/></a:lnSpc><a:buFont typeface="Arial" panose="020B0604020202020204" pitchFamily="34" charset="0"/><a:buChar char="•"/></a:pPr><a:r><a:rPr lang="en-US" sz="2800" dirty="0"><a:solidFill><a:schemeClr val="tx1"/></a:solidFill></a:rPr><a:t>Quality: adherence [XX]%, accuracy [XX]% ([NN]/125), P [X.XX] R [X.XX] F1 [X.XX], κ [0.XX]</a:t></a:r></a:p><a:p><a:pPr algn="just"><a:lnSpc><a:spcPct val="150000"/></a:lnSpc></a:pPr><a:endParaRPr lang="en-US" sz="3600" b="1" cap="all" dirty="0"><a:solidFill><a:schemeClr val="accent6"><a:lumMod val="50000"/></a:schemeClr></a:solidFill></a:endParaRPr></a:p><a:p><a:pPr algn="just"><a:lnSpc><a:spcPct val="150000"/></a:lnSpc></a:pPr><a:endParaRPr lang="en-US" sz="3600" b="1" cap="all" dirty="0"><a:solidFill><a:schemeClr val="accent6"><a:lumMod val="50000"/></a:schemeClr></a:solidFill></a:endParaRPr></a:p></p:txBody></p:sp><p:sp><p:nvSpPr><p:cNvPr id="13" name="Rounded Rectangle 4"><a:extLst><a:ext uri="{FF2B5EF4-FFF2-40B4-BE49-F238E27FC236}"><a16:creationId xmlns:a16="http://schemas.microsoft.com/office/drawing/2014/main" id="{47D9D085-8648-F2DC-AB16-F60D93399421}"/></a:ext></a:extLst></p:cNvPr><p:cNvSpPr/><p:nvPr/></p:nvSpPr><p:spPr><a:xfrm><a:off x="15249835" y="29254631"/><a:ext cx="14396107" cy="6121015"/></a:xfrm><a:prstGeom prst="roundRect"><a:avLst><a:gd name="adj" fmla="val 476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conclusion:</a:t></a:r><a:endParaRPr lang="en-US" sz="2800" dirty="0"><a:solidFill><a:schemeClr val="tx1"/></a:solidFill></a:endParaRPr></a:p><a:p><a:pPr algn="just"><a:lnSpc><a:spcPct val="150000"/></a:lnSpc></a:pPr><a:r><a:rPr lang="en-US" sz="2800" dirty="0"><a:solidFill><a:schemeClr val="tx1"/></a:solidFill></a:rPr><a:t>This research presents a privacy-preserving AI-enhanced gamified quiz system for Moodle using locally hosted Large Language Models (LLMs) and WebSocket-based real-time interaction. The proposed architecture demonstrates the feasibility of integrating local AI technologies into digital learning environments while improving classroom engagement, increasing student interaction, reducing instructor workload in quiz preparation, and minimizing dependency on cloud-based services.</a:t></a:r></a:p><a:p><a:pPr algn="just"><a:lnSpc><a:spcPct val="150000"/></a:lnSpc></a:pPr><a:endParaRPr lang="en-US" sz="2800" dirty="0"><a:solidFill><a:schemeClr val="tx1"/></a:solidFill></a:endParaRPr></a:p></p:txBody></p:sp><p:sp><p:nvSpPr><p:cNvPr id="29" name="Rounded Rectangle 4"><a:extLst><a:ext uri="{FF2B5EF4-FFF2-40B4-BE49-F238E27FC236}"><a16:creationId xmlns:a16="http://schemas.microsoft.com/office/drawing/2014/main" id="{C831324E-5FCF-AB20-74A0-6C5158D10A6F}"/></a:ext></a:extLst></p:cNvPr><p:cNvSpPr/><p:nvPr/></p:nvSpPr><p:spPr><a:xfrm><a:off x="601534" y="23258554"/><a:ext cx="13409431" cy="4028964"/></a:xfrm><a:prstGeom prst="roundRect"><a:avLst><a:gd name="adj" fmla="val 4762"/></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Research objectives</a:t></a:r></a:p><a:p><a:pPr marL="457200" indent="-457200"><a:lnSpc><a:spcPct val="150000"/></a:lnSpc><a:buFont typeface="Arial" panose="020B0604020202020204" pitchFamily="34" charset="0"/><a:buChar char="•"/></a:pPr><a:r><a:rPr lang="en-US" sz="2800" dirty="0"><a:solidFill><a:schemeClr val="tx1"/></a:solidFill></a:rPr><a:t>Develop an AI-enhanced Moodle assessment framework using local LLMs </a:t></a:r></a:p><a:p><a:pPr marL="457200" indent="-457200"><a:lnSpc><a:spcPct val="150000"/></a:lnSpc><a:buFont typeface="Arial" panose="020B0604020202020204" pitchFamily="34" charset="0"/><a:buChar char="•"/></a:pPr><a:r><a:rPr lang="en-US" sz="2800" dirty="0"><a:solidFill><a:schemeClr val="tx1"/></a:solidFill></a:rPr><a:t>Enable synchronous gamified classroom interaction </a:t></a:r></a:p><a:p><a:pPr marL="457200" indent="-457200"><a:lnSpc><a:spcPct val="150000"/></a:lnSpc><a:buFont typeface="Arial" panose="020B0604020202020204" pitchFamily="34" charset="0"/><a:buChar char="•"/></a:pPr><a:r><a:rPr lang="en-US" sz="2800" dirty="0"><a:solidFill><a:schemeClr val="tx1"/></a:solidFill></a:rPr><a:t>Reduce dependency on cloud-based AI services </a:t></a:r></a:p><a:p><a:pPr marL="457200" indent="-457200"><a:lnSpc><a:spcPct val="150000"/></a:lnSpc><a:buFont typeface="Arial" panose="020B0604020202020204" pitchFamily="34" charset="0"/><a:buChar char="•"/></a:pPr><a:r><a:rPr lang="en-US" sz="2800" dirty="0"><a:solidFill><a:schemeClr val="tx1"/></a:solidFill></a:rPr><a:t>Evaluate system latency and usability</a:t></a:r></a:p></p:txBody></p:sp><p:sp><p:nvSpPr><p:cNvPr id="30" name="Rounded Rectangle 4"><a:extLst><a:ext uri="{FF2B5EF4-FFF2-40B4-BE49-F238E27FC236}"><a16:creationId xmlns:a16="http://schemas.microsoft.com/office/drawing/2014/main" id="{24D55FE0-104C-6B94-8C50-9A24F43F1FB8}"/></a:ext></a:extLst></p:cNvPr><p:cNvSpPr/><p:nvPr/></p:nvSpPr><p:spPr><a:xfrm><a:off x="601535" y="11730269"/><a:ext cx="13409427" cy="3959612"/></a:xfrm><a:prstGeom prst="roundRect"><a:avLst><a:gd name="adj" fmla="val 10150"/></a:avLst></a:prstGeom><a:solidFill><a:schemeClr val="accent6"><a:lumMod val="20000"/><a:lumOff val="80000"/></a:schemeClr></a:solidFill><a:ln><a:noFill/></a:ln></p:spPr><p:style><a:lnRef idx="2"><a:schemeClr val="accent1"><a:shade val="50000"/></a:schemeClr></a:lnRef><a:fillRef idx="1"><a:schemeClr val="accent1"/></a:fillRef><a:effectRef idx="0"><a:schemeClr val="accent1"/></a:effectRef><a:fontRef idx="minor"><a:schemeClr val="lt1"/></a:fontRef></p:style><p:txBody><a:bodyPr lIns="360000" tIns="180000" rIns="360000" bIns="360000" rtlCol="0" anchor="t" anchorCtr="0"/><a:lstStyle/><a:p><a:pPr algn="just"><a:lnSpc><a:spcPct val="150000"/></a:lnSpc></a:pPr><a:r><a:rPr lang="en-US" sz="3600" b="1" cap="all" dirty="0"><a:solidFill><a:schemeClr val="accent6"><a:lumMod val="50000"/></a:schemeClr></a:solidFill></a:rPr><a:t>Research Contributions</a:t></a:r></a:p><a:p><a:pPr marL="457200" indent="-457200"><a:lnSpc><a:spcPct val="150000"/></a:lnSpc><a:buFont typeface="Arial" panose="020B0604020202020204" pitchFamily="34" charset="0"/><a:buChar char="•"/></a:pPr><a:r><a:rPr lang="en-US" sz="2800" dirty="0"><a:solidFill><a:schemeClr val="tx1"/></a:solidFill></a:rPr><a:t>Privacy-preserving local LLM integration for Moodle assessment </a:t></a:r></a:p><a:p><a:pPr marL="457200" indent="-457200"><a:lnSpc><a:spcPct val="150000"/></a:lnSpc><a:buFont typeface="Arial" panose="020B0604020202020204" pitchFamily="34" charset="0"/><a:buChar char="•"/></a:pPr><a:r><a:rPr lang="en-US" sz="2800" dirty="0"><a:solidFill><a:schemeClr val="tx1"/></a:solidFill></a:rPr><a:t>Real-time gamified classroom interaction architecture </a:t></a:r></a:p><a:p><a:pPr marL="457200" indent="-457200"><a:lnSpc><a:spcPct val="150000"/></a:lnSpc><a:buFont typeface="Arial" panose="020B0604020202020204" pitchFamily="34" charset="0"/><a:buChar char="•"/></a:pPr><a:r><a:rPr lang="en-US" sz="2800" dirty="0"><a:solidFill><a:schemeClr val="tx1"/></a:solidFill></a:rPr><a:t>Open-source Moodle plugin architecture for AI-enhanced real-time assessment</a:t></a:r></a:p></p:txBody></p:sp><p:sp><p:nvSpPr><p:cNvPr id="32" name="TextBox 31"><a:extLst><a:ext uri="{FF2B5EF4-FFF2-40B4-BE49-F238E27FC236}"><a16:creationId xmlns:a16="http://schemas.microsoft.com/office/drawing/2014/main" id="{F8F28F6C-790F-AF83-7715-EFEC2C28ED0D}"/></a:ext></a:extLst></p:cNvPr><p:cNvSpPr txBox="1"/><p:nvPr/></p:nvSpPr><p:spPr><a:xfrm><a:off x="27037552" y="8636084"/><a:ext cx="2299447" cy="958660"/></a:xfrm><a:prstGeom prst="rect"><a:avLst/></a:prstGeom><a:noFill/></p:spPr><p:txBody><a:bodyPr wrap="square"><a:spAutoFit/></a:bodyPr><a:lstStyle/><a:p><a:pPr algn="just"><a:lnSpc><a:spcPct val="150000"/></a:lnSpc></a:pPr><a:r><a:rPr lang="en-US" sz="2000" b="1" cap="all" dirty="0"><a:solidFill><a:schemeClr val="tx1"/></a:solidFill></a:rPr><a:t>Instructor interface</a:t></a:r></a:p></p:txBody></p:sp><p:sp><p:nvSpPr><p:cNvPr id="33" name="TextBox 32"><a:extLst><a:ext uri="{FF2B5EF4-FFF2-40B4-BE49-F238E27FC236}"><a16:creationId xmlns:a16="http://schemas.microsoft.com/office/drawing/2014/main" id="{C19BD4C6-C360-ADA6-C68E-DF254D465896}"/></a:ext></a:extLst></p:cNvPr><p:cNvSpPr txBox="1"/><p:nvPr/></p:nvSpPr><p:spPr><a:xfrm><a:off x="26960594" y="13907068"/><a:ext cx="2299447" cy="958660"/></a:xfrm><a:prstGeom prst="rect"><a:avLst/></a:prstGeom><a:noFill/></p:spPr><p:txBody><a:bodyPr wrap="square"><a:spAutoFit/></a:bodyPr><a:lstStyle/><a:p><a:pPr><a:lnSpc><a:spcPct val="150000"/></a:lnSpc></a:pPr><a:r><a:rPr lang="en-US" sz="2000" b="1" cap="all" dirty="0"><a:solidFill><a:schemeClr val="tx1"/></a:solidFill></a:rPr><a:t>Realtime quiz and answer</a:t></a:r></a:p></p:txBody></p:sp><p:sp><p:nvSpPr><p:cNvPr id="34" name="TextBox 33"><a:extLst><a:ext uri="{FF2B5EF4-FFF2-40B4-BE49-F238E27FC236}"><a16:creationId xmlns:a16="http://schemas.microsoft.com/office/drawing/2014/main" id="{6345A98F-4142-0109-48A4-6F3D4EF650D3}"/></a:ext></a:extLst></p:cNvPr><p:cNvSpPr txBox="1"/><p:nvPr/></p:nvSpPr><p:spPr><a:xfrm><a:off x="26960593" y="19290356"/><a:ext cx="2299447" cy="496996"/></a:xfrm><a:prstGeom prst="rect"><a:avLst/></a:prstGeom><a:noFill/></p:spPr><p:txBody><a:bodyPr wrap="square"><a:spAutoFit/></a:bodyPr><a:lstStyle/><a:p><a:pPr algn="just"><a:lnSpc><a:spcPct val="150000"/></a:lnSpc></a:pPr><a:r><a:rPr lang="en-US" sz="2000" b="1" cap="all" dirty="0"><a:solidFill><a:schemeClr val="tx1"/></a:solidFill></a:rPr><a:t>Live analytics</a:t></a:r></a:p></p:txBody></p:sp><p:sp><p:nvSpPr><p:cNvPr id="46" name="Rounded Rectangle 45"><a:extLst><a:ext uri="{FF2B5EF4-FFF2-40B4-BE49-F238E27FC236}"><a16:creationId xmlns:a16="http://schemas.microsoft.com/office/drawing/2014/main" id="{331FCB43-4A5E-AAB1-34BF-935E7E5F8E50}"/></a:ext></a:extLst></p:cNvPr><p:cNvSpPr/><p:nvPr/></p:nvSpPr><p:spPr><a:xfrm><a:off x="3540269" y="28845164"/><a:ext cx="7701121" cy="1145399"/></a:xfrm><a:prstGeom prst="roundRect"><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Instructor Configures Quiz in Moodle</a:t></a:r></a:p><a:p><a:r><a:rPr lang="en-US" sz="2400" dirty="0"/><a:t>-  Model Selection and Quiz Parameter Configuration</a:t></a:r></a:p></p:txBody></p:sp><p:sp><p:nvSpPr><p:cNvPr id="47" name="Rounded Rectangle 46"><a:extLst><a:ext uri="{FF2B5EF4-FFF2-40B4-BE49-F238E27FC236}"><a16:creationId xmlns:a16="http://schemas.microsoft.com/office/drawing/2014/main" id="{D1F58722-F9E4-F04D-0775-C0D056A3A34B}"/></a:ext></a:extLst></p:cNvPr><p:cNvSpPr/><p:nvPr/></p:nvSpPr><p:spPr><a:xfrm><a:off x="3540268" y="30294427"/><a:ext cx="7701121" cy="2699373"/></a:xfrm><a:prstGeom prst="roundRect"><a:avLst><a:gd name="adj" fmla="val 10454"/></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Moodle Integration Layer</a:t></a:r></a:p><a:p><a:r><a:rPr lang="en-US" sz="2400" dirty="0"/><a:t>- Quiz workflow orchestration</a:t></a:r></a:p><a:p><a:r><a:rPr lang="en-US" sz="2400" dirty="0"/><a:t>- Structured prompt engineering</a:t></a:r></a:p><a:p><a:r><a:rPr lang="en-US" sz="2400" dirty="0"/><a:t>- JSON schema enforcement</a:t></a:r></a:p><a:p><a:r><a:rPr lang="en-US" sz="2400" dirty="0"/><a:t>- REST-based inference request generation</a:t></a:r></a:p></p:txBody></p:sp><p:sp><p:nvSpPr><p:cNvPr id="48" name="Rounded Rectangle 47"><a:extLst><a:ext uri="{FF2B5EF4-FFF2-40B4-BE49-F238E27FC236}"><a16:creationId xmlns:a16="http://schemas.microsoft.com/office/drawing/2014/main" id="{569AB151-9E14-6444-9A6D-E8927261A3FB}"/></a:ext></a:extLst></p:cNvPr><p:cNvSpPr/><p:nvPr/></p:nvSpPr><p:spPr><a:xfrm><a:off x="3540268" y="33267147"/><a:ext cx="7701120" cy="2180330"/></a:xfrm><a:prstGeom prst="roundRect"><a:avLst><a:gd name="adj" fmla="val 12172"/></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LLM Inference Layer</a:t></a:r></a:p><a:p><a:r><a:rPr lang="en-US" sz="2400" dirty="0"/><a:t>- Transformer-based Local LLM Processing</a:t></a:r></a:p><a:p><a:r><a:rPr lang="en-US" sz="2400" dirty="0"/><a:t>- Automated quiz generation</a:t></a:r></a:p><a:p><a:r><a:rPr lang="en-US" sz="2400" dirty="0"/><a:t>- JSON-formatted response generation</a:t></a:r></a:p></p:txBody></p:sp><p:sp><p:nvSpPr><p:cNvPr id="49" name="Rounded Rectangle 48"><a:extLst><a:ext uri="{FF2B5EF4-FFF2-40B4-BE49-F238E27FC236}"><a16:creationId xmlns:a16="http://schemas.microsoft.com/office/drawing/2014/main" id="{B8396BB8-ECB9-B3EC-FC86-472D68C05299}"/></a:ext></a:extLst></p:cNvPr><p:cNvSpPr/><p:nvPr/></p:nvSpPr><p:spPr><a:xfrm><a:off x="3540268" y="35901645"/><a:ext cx="7690661" cy="1682942"/></a:xfrm><a:prstGeom prst="roundRect"><a:avLst><a:gd name="adj" fmla="val 17553"/></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Moodle Database and Validation Layer</a:t></a:r></a:p><a:p><a:r><a:rPr lang="en-US" sz="2400" dirty="0"/><a:t>- Response validation</a:t></a:r></a:p><a:p><a:r><a:rPr lang="en-US" sz="2400" dirty="0"/><a:t>- Persistent Data Storage</a:t></a:r></a:p><a:p><a:r><a:rPr lang="en-US" sz="2400" dirty="0"/><a:t>- Quiz content management</a:t></a:r></a:p></p:txBody></p:sp><p:sp><p:nvSpPr><p:cNvPr id="50" name="Rounded Rectangle 49"><a:extLst><a:ext uri="{FF2B5EF4-FFF2-40B4-BE49-F238E27FC236}"><a16:creationId xmlns:a16="http://schemas.microsoft.com/office/drawing/2014/main" id="{1F9D6978-F045-7DBA-3ED5-16DD49A2A088}"/></a:ext></a:extLst></p:cNvPr><p:cNvSpPr/><p:nvPr/></p:nvSpPr><p:spPr><a:xfrm><a:off x="3550726" y="37793059"/><a:ext cx="7690661" cy="2344834"/></a:xfrm><a:prstGeom prst="roundRect"><a:avLst><a:gd name="adj" fmla="val 10454"/></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Real-Time Interaction Layer</a:t></a:r></a:p><a:p><a:r><a:rPr lang="en-US" sz="2400" dirty="0"/><a:t>- WebSocket communication</a:t></a:r></a:p><a:p><a:r><a:rPr lang="en-US" sz="2400" dirty="0"/><a:t>- Live leaderboard synchronization</a:t></a:r></a:p><a:p><a:r><a:rPr lang="en-US" sz="2400" dirty="0"/><a:t>- Real-time timer broadcasting</a:t></a:r></a:p><a:p><a:r><a:rPr lang="en-US" sz="2400" dirty="0"/><a:t>- Instant answer submission handling</a:t></a:r></a:p></p:txBody></p:sp><p:sp><p:nvSpPr><p:cNvPr id="52" name="Rounded Rectangle 51"><a:extLst><a:ext uri="{FF2B5EF4-FFF2-40B4-BE49-F238E27FC236}"><a16:creationId xmlns:a16="http://schemas.microsoft.com/office/drawing/2014/main" id="{E229BE6B-7AAB-B778-9B70-2A13C175ACEB}"/></a:ext></a:extLst></p:cNvPr><p:cNvSpPr/><p:nvPr/></p:nvSpPr><p:spPr><a:xfrm><a:off x="3540268" y="40346365"/><a:ext cx="7701120" cy="1906165"/></a:xfrm><a:prstGeom prst="roundRect"><a:avLst><a:gd name="adj" fmla="val 10454"/></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r><a:rPr lang="en-US" sz="2400" b="1" dirty="0"/><a:t>Student Participation and Feedback</a:t></a:r></a:p><a:p><a:r><a:rPr lang="en-US" sz="2400" dirty="0"/><a:t>- Students join synchronized quiz session</a:t></a:r></a:p><a:p><a:r><a:rPr lang="en-US" sz="2400" dirty="0"/><a:t>- Real-time feedback </a:t></a:r></a:p><a:p><a:r><a:rPr lang="en-US" sz="2400" dirty="0"/><a:t>- Low-latency synchronized assessment experience</a:t></a:r></a:p></p:txBody></p:sp><p:sp><p:nvSpPr><p:cNvPr id="53" name="U-Turn Arrow 52"><a:extLst><a:ext uri="{FF2B5EF4-FFF2-40B4-BE49-F238E27FC236}"><a16:creationId xmlns:a16="http://schemas.microsoft.com/office/drawing/2014/main" id="{DE1AEDF0-7D22-6095-95D0-F050A94C687E}"/></a:ext></a:extLst></p:cNvPr><p:cNvSpPr/><p:nvPr/></p:nvSpPr><p:spPr><a:xfrm rot="5400000"><a:off x="10638604" y="29906811"/><a:ext cx="2699374" cy="1306017"/></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sp><p:nvSpPr><p:cNvPr id="54" name="U-Turn Arrow 53"><a:extLst><a:ext uri="{FF2B5EF4-FFF2-40B4-BE49-F238E27FC236}"><a16:creationId xmlns:a16="http://schemas.microsoft.com/office/drawing/2014/main" id="{121C2514-8FCC-2626-0147-6153CAFF0928}"/></a:ext></a:extLst></p:cNvPr><p:cNvSpPr/><p:nvPr/></p:nvSpPr><p:spPr><a:xfrm rot="5400000" flipV="1"><a:off x="1296413" y="32254786"/><a:ext cx="2699374" cy="1478029"/></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sp><p:nvSpPr><p:cNvPr id="55" name="U-Turn Arrow 54"><a:extLst><a:ext uri="{FF2B5EF4-FFF2-40B4-BE49-F238E27FC236}"><a16:creationId xmlns:a16="http://schemas.microsoft.com/office/drawing/2014/main" id="{2BFBC3AC-E901-24EB-9125-31DBD3870D99}"/></a:ext></a:extLst></p:cNvPr><p:cNvSpPr/><p:nvPr/></p:nvSpPr><p:spPr><a:xfrm rot="5400000"><a:off x="10638604" y="34881097"/><a:ext cx="2699374" cy="1306017"/></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sp><p:nvSpPr><p:cNvPr id="56" name="U-Turn Arrow 55"><a:extLst><a:ext uri="{FF2B5EF4-FFF2-40B4-BE49-F238E27FC236}"><a16:creationId xmlns:a16="http://schemas.microsoft.com/office/drawing/2014/main" id="{AE2914D6-6D4B-0DDD-9812-C6A0C952D66D}"/></a:ext></a:extLst></p:cNvPr><p:cNvSpPr/><p:nvPr/></p:nvSpPr><p:spPr><a:xfrm rot="5400000"><a:off x="11129101" y="39711065"/><a:ext cx="1906164" cy="1306017"/></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sp><p:nvSpPr><p:cNvPr id="57" name="U-Turn Arrow 56"><a:extLst><a:ext uri="{FF2B5EF4-FFF2-40B4-BE49-F238E27FC236}"><a16:creationId xmlns:a16="http://schemas.microsoft.com/office/drawing/2014/main" id="{3359AF92-6770-3021-3F04-0734ECB28D1D}"/></a:ext></a:extLst></p:cNvPr><p:cNvSpPr/><p:nvPr/></p:nvSpPr><p:spPr><a:xfrm rot="5400000" flipV="1"><a:off x="1774566" y="37039865"/><a:ext cx="1874666" cy="1281169"/></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sp><p:nvSpPr><p:cNvPr id="58" name="U-Turn Arrow 57"><a:extLst><a:ext uri="{FF2B5EF4-FFF2-40B4-BE49-F238E27FC236}"><a16:creationId xmlns:a16="http://schemas.microsoft.com/office/drawing/2014/main" id="{46937B2C-A3D2-AA89-FB7F-97EFE24ABC6B}"/></a:ext></a:extLst></p:cNvPr><p:cNvSpPr/><p:nvPr/></p:nvSpPr><p:spPr><a:xfrm rot="16200000"><a:off x="1771239" y="39596356"/><a:ext cx="1906164" cy="1306017"/></a:xfrm><a:prstGeom prst="uturnArrow"><a:avLst><a:gd name="adj1" fmla="val 21167"/><a:gd name="adj2" fmla="val 25000"/><a:gd name="adj3" fmla="val 25000"/><a:gd name="adj4" fmla="val 43750"/><a:gd name="adj5" fmla="val 99278"/></a:avLst></a:prstGeom><a:solidFill><a:srgbClr val="65A3D0"/></a:solidFill><a:ln/></p:spPr><p:style><a:lnRef idx="3"><a:schemeClr val="lt1"/></a:lnRef><a:fillRef idx="1"><a:schemeClr val="accent1"/></a:fillRef><a:effectRef idx="1"><a:schemeClr val="accent1"/></a:effectRef><a:fontRef idx="minor"><a:schemeClr val="lt1"/></a:fontRef></p:style><p:txBody><a:bodyPr rtlCol="0" anchor="ctr"/><a:lstStyle/><a:p><a:pPr algn="ctr"/><a:endParaRPr lang="en-US"><a:solidFill><a:schemeClr val="tx1"/></a:solidFill></a:endParaRPr></a:p></p:txBody></p:sp><p:pic><p:nvPicPr><p:cNvPr id="60" name="Picture 59" descr="A blue square with white text&#xA;&#xA;AI-generated content may be incorrect."><a:extLst><a:ext uri="{FF2B5EF4-FFF2-40B4-BE49-F238E27FC236}"><a16:creationId xmlns:a16="http://schemas.microsoft.com/office/drawing/2014/main" id="{0AD604B2-0CE2-82DF-D122-9B1977882E87}"/></a:ext></a:extLst></p:cNvPr><p:cNvPicPr><a:picLocks noChangeAspect="1"/></p:cNvPicPr><p:nvPr/></p:nvPicPr><p:blipFill><a:blip r:embed="rId6"/><a:stretch><a:fillRect/></a:stretch></p:blipFill><p:spPr><a:xfrm><a:off x="9778252" y="33780879"/><a:ext cx="1325724" cy="1296904"/></a:xfrm><a:prstGeom prst="rect"><a:avLst/></a:prstGeom></p:spPr></p:pic><p:pic><p:nvPicPr><p:cNvPr id="62" name="Picture 61" descr="A blue background with yellow text&#xA;&#xA;AI-generated content may be incorrect."><a:extLst><a:ext uri="{FF2B5EF4-FFF2-40B4-BE49-F238E27FC236}"><a16:creationId xmlns:a16="http://schemas.microsoft.com/office/drawing/2014/main" id="{1CEF75D4-1915-3FCE-9295-6FC032C5974C}"/></a:ext></a:extLst></p:cNvPr><p:cNvPicPr><a:picLocks noChangeAspect="1"/></p:cNvPicPr><p:nvPr/></p:nvPicPr><p:blipFill><a:blip r:embed="rId7"/><a:stretch><a:fillRect/></a:stretch></p:blipFill><p:spPr><a:xfrm><a:off x="9653963" y="30960119"/><a:ext cx="1371600" cy="1320800"/></a:xfrm><a:prstGeom prst="rect"><a:avLst/></a:prstGeom></p:spPr></p:pic><p:pic><p:nvPicPr><p:cNvPr id="64" name="Picture 63" descr="A screen shot of a computer&#xA;&#xA;AI-generated content may be incorrect."><a:extLst><a:ext uri="{FF2B5EF4-FFF2-40B4-BE49-F238E27FC236}"><a16:creationId xmlns:a16="http://schemas.microsoft.com/office/drawing/2014/main" id="{E305D13A-E345-2608-889D-082E88CEE47F}"/></a:ext></a:extLst></p:cNvPr><p:cNvPicPr><a:picLocks noChangeAspect="1"/></p:cNvPicPr><p:nvPr/></p:nvPicPr><p:blipFill><a:blip r:embed="rId8"/><a:stretch><a:fillRect/></a:stretch></p:blipFill><p:spPr><a:xfrm><a:off x="9210982" y="36330783"/><a:ext cx="1892994" cy="1106019"/></a:xfrm><a:prstGeom prst="rect"><a:avLst/></a:prstGeom></p:spPr></p:pic><p:pic><p:nvPicPr><p:cNvPr id="66" name="Picture 65" descr="A magnifying glass over a computer screen&#xA;&#xA;AI-generated content may be incorrect."><a:extLst><a:ext uri="{FF2B5EF4-FFF2-40B4-BE49-F238E27FC236}"><a16:creationId xmlns:a16="http://schemas.microsoft.com/office/drawing/2014/main" id="{9C20CB5A-8F4C-96FD-C1AF-2B066250E4CF}"/></a:ext></a:extLst></p:cNvPr><p:cNvPicPr><a:picLocks noChangeAspect="1"/></p:cNvPicPr><p:nvPr/></p:nvPicPr><p:blipFill><a:blip r:embed="rId9"/><a:stretch><a:fillRect/></a:stretch></p:blipFill><p:spPr><a:xfrm><a:off x="9566995" y="40511179"/><a:ext cx="1498600" cy="1028700"/></a:xfrm><a:prstGeom prst="rect"><a:avLst/></a:prstGeom></p:spPr></p:pic><p:pic><p:nvPicPr><p:cNvPr id="68" name="Picture 67" descr="A stopwatch and a window&#xA;&#xA;AI-generated content may be incorrect."><a:extLst><a:ext uri="{FF2B5EF4-FFF2-40B4-BE49-F238E27FC236}"><a16:creationId xmlns:a16="http://schemas.microsoft.com/office/drawing/2014/main" id="{6773D573-A544-AFC7-2F80-D75148DF7F2E}"/></a:ext></a:extLst></p:cNvPr><p:cNvPicPr><a:picLocks noChangeAspect="1"/></p:cNvPicPr><p:nvPr/></p:nvPicPr><p:blipFill><a:blip r:embed="rId10"/><a:stretch><a:fillRect/></a:stretch></p:blipFill><p:spPr><a:xfrm><a:off x="9362926" y="38225789"/><a:ext cx="1662637" cy="1454807"/></a:xfrm><a:prstGeom prst="rect"><a:avLst/></a:prstGeom></p:spPr></p:pic><p:pic><p:nvPicPr><p:cNvPr id="70" name="Picture 69" descr="A person sitting at a desk with a computer&#xA;&#xA;AI-generated content may be incorrect."><a:extLst><a:ext uri="{FF2B5EF4-FFF2-40B4-BE49-F238E27FC236}"><a16:creationId xmlns:a16="http://schemas.microsoft.com/office/drawing/2014/main" id="{A89F40FE-C6CD-4B70-78A9-32D4B9EB26E2}"/></a:ext></a:extLst></p:cNvPr><p:cNvPicPr><a:picLocks noChangeAspect="1"/></p:cNvPicPr><p:nvPr/></p:nvPicPr><p:blipFill><a:blip r:embed="rId11"/><a:stretch><a:fillRect/></a:stretch></p:blipFill><p:spPr><a:xfrm><a:off x="9952983" y="28939539"/><a:ext cx="1128845" cy="956648"/></a:xfrm><a:prstGeom prst="rect"><a:avLst/></a:prstGeom></p:spPr></p:pic><p:pic><p:nvPicPr><p:cNvPr id="10" name="Picture 9" descr="A screen shot of a tablet&#xA;&#xA;AI-generated content may be incorrect."><a:extLst><a:ext uri="{FF2B5EF4-FFF2-40B4-BE49-F238E27FC236}"><a16:creationId xmlns:a16="http://schemas.microsoft.com/office/drawing/2014/main" id="{9A71CA8C-9829-731F-5F7B-FAAF37B44DFC}"/></a:ext></a:extLst></p:cNvPr><p:cNvPicPr><a:picLocks noChangeAspect="1"/></p:cNvPicPr><p:nvPr/></p:nvPicPr><p:blipFill><a:blip r:embed="rId12"/><a:srcRect b="15549"/><a:stretch><a:fillRect/></a:stretch></p:blipFill><p:spPr><a:xfrm><a:off x="15544122" y="12259495"/><a:ext cx="11184487" cy="4827618"/></a:xfrm><a:prstGeom prst="rect"><a:avLst/></a:prstGeom></p:spPr></p:pic><p:cxnSp><p:nvCxnSpPr><p:cNvPr id="15" name="Straight Arrow Connector 14"><a:extLst><a:ext uri="{FF2B5EF4-FFF2-40B4-BE49-F238E27FC236}"><a16:creationId xmlns:a16="http://schemas.microsoft.com/office/drawing/2014/main" id="{097976F1-6C9B-3C17-2441-EDF067AE6CDA}"/></a:ext></a:extLst></p:cNvPr><p:cNvCxnSpPr><a:cxnSpLocks/></p:cNvCxnSpPr><p:nvPr/></p:nvCxnSpPr><p:spPr><a:xfrm flipH="1"><a:off x="21051078" y="13119652"/><a:ext cx="1848679" cy="0"/></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19" name="Straight Arrow Connector 18"><a:extLst><a:ext uri="{FF2B5EF4-FFF2-40B4-BE49-F238E27FC236}"><a16:creationId xmlns:a16="http://schemas.microsoft.com/office/drawing/2014/main" id="{A3F780C1-7956-BFED-B2C8-87C552ECA863}"/></a:ext></a:extLst></p:cNvPr><p:cNvCxnSpPr><a:cxnSpLocks/></p:cNvCxnSpPr><p:nvPr/></p:nvCxnSpPr><p:spPr><a:xfrm flipH="1" flipV="1"><a:off x="20792661" y="13735878"/><a:ext cx="2339009" cy="1129850"/></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21" name="Straight Arrow Connector 20"><a:extLst><a:ext uri="{FF2B5EF4-FFF2-40B4-BE49-F238E27FC236}"><a16:creationId xmlns:a16="http://schemas.microsoft.com/office/drawing/2014/main" id="{33E473DB-E994-345E-DD20-EB88B0CE6193}"/></a:ext></a:extLst></p:cNvPr><p:cNvCxnSpPr><a:cxnSpLocks/></p:cNvCxnSpPr><p:nvPr/></p:nvCxnSpPr><p:spPr><a:xfrm flipH="1" flipV="1"><a:off x="21051078" y="15267735"/><a:ext cx="2339009" cy="1129850"/></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pic><p:nvPicPr><p:cNvPr id="24" name="Picture 23" descr="A screenshot of a computer&#xA;&#xA;AI-generated content may be incorrect."><a:extLst><a:ext uri="{FF2B5EF4-FFF2-40B4-BE49-F238E27FC236}"><a16:creationId xmlns:a16="http://schemas.microsoft.com/office/drawing/2014/main" id="{C757189C-F790-0641-67C0-03CAB720CE5B}"/></a:ext></a:extLst></p:cNvPr><p:cNvPicPr><a:picLocks noChangeAspect="1"/></p:cNvPicPr><p:nvPr/></p:nvPicPr><p:blipFill><a:blip r:embed="rId13"/><a:stretch><a:fillRect/></a:stretch></p:blipFill><p:spPr><a:xfrm><a:off x="15541371" y="6074999"/><a:ext cx="11181737" cy="5417799"/></a:xfrm><a:prstGeom prst="rect"><a:avLst/></a:prstGeom></p:spPr></p:pic><p:cxnSp><p:nvCxnSpPr><p:cNvPr id="25" name="Straight Arrow Connector 24"><a:extLst><a:ext uri="{FF2B5EF4-FFF2-40B4-BE49-F238E27FC236}"><a16:creationId xmlns:a16="http://schemas.microsoft.com/office/drawing/2014/main" id="{24FBE32E-2C06-6D99-7F02-7FD522F21FB4}"/></a:ext></a:extLst></p:cNvPr><p:cNvCxnSpPr><a:cxnSpLocks/></p:cNvCxnSpPr><p:nvPr/></p:nvCxnSpPr><p:spPr><a:xfrm flipH="1"><a:off x="19063252" y="7229061"/><a:ext cx="4760844" cy="1736035"/></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28" name="Straight Arrow Connector 27"><a:extLst><a:ext uri="{FF2B5EF4-FFF2-40B4-BE49-F238E27FC236}"><a16:creationId xmlns:a16="http://schemas.microsoft.com/office/drawing/2014/main" id="{A6064F14-4D03-1A1F-ED01-8DA3F7C096B8}"/></a:ext></a:extLst></p:cNvPr><p:cNvCxnSpPr><a:cxnSpLocks/></p:cNvCxnSpPr><p:nvPr/></p:nvCxnSpPr><p:spPr><a:xfrm flipH="1"><a:off x="19222278" y="8636084"/><a:ext cx="4601818" cy="705931"/></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36" name="Straight Arrow Connector 35"><a:extLst><a:ext uri="{FF2B5EF4-FFF2-40B4-BE49-F238E27FC236}"><a16:creationId xmlns:a16="http://schemas.microsoft.com/office/drawing/2014/main" id="{1ADF8030-1866-641A-53DB-45934393F879}"/></a:ext></a:extLst></p:cNvPr><p:cNvCxnSpPr><a:cxnSpLocks/></p:cNvCxnSpPr><p:nvPr/></p:nvCxnSpPr><p:spPr><a:xfrm flipH="1" flipV="1"><a:off x="21118353" y="10281843"/><a:ext cx="2705743" cy="159636"/></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pic><p:nvPicPr><p:cNvPr id="40" name="Picture 39" descr="A screenshot of a computer&#xA;&#xA;AI-generated content may be incorrect."><a:extLst><a:ext uri="{FF2B5EF4-FFF2-40B4-BE49-F238E27FC236}"><a16:creationId xmlns:a16="http://schemas.microsoft.com/office/drawing/2014/main" id="{29231964-FF3D-DB8E-111C-A6B0A1CFA491}"/></a:ext></a:extLst></p:cNvPr><p:cNvPicPr><a:picLocks noChangeAspect="1"/></p:cNvPicPr><p:nvPr/></p:nvPicPr><p:blipFill><a:blip r:embed="rId13"/><a:srcRect l="24055" r="51487" b="88469"/><a:stretch><a:fillRect/></a:stretch></p:blipFill><p:spPr><a:xfrm><a:off x="16677564" y="6074999"/><a:ext cx="2734819" cy="624743"/></a:xfrm><a:prstGeom prst="rect"><a:avLst/></a:prstGeom></p:spPr></p:pic><p:pic><p:nvPicPr><p:cNvPr id="42" name="Picture 41" descr="A screenshot of a computer&#xA;&#xA;AI-generated content may be incorrect."><a:extLst><a:ext uri="{FF2B5EF4-FFF2-40B4-BE49-F238E27FC236}"><a16:creationId xmlns:a16="http://schemas.microsoft.com/office/drawing/2014/main" id="{8823A216-F290-80C7-421C-9F1EE3662ECF}"/></a:ext></a:extLst></p:cNvPr><p:cNvPicPr><a:picLocks noChangeAspect="1"/></p:cNvPicPr><p:nvPr/></p:nvPicPr><p:blipFill><a:blip r:embed="rId14"/><a:stretch><a:fillRect/></a:stretch></p:blipFill><p:spPr><a:xfrm><a:off x="15602308" y="17316702"/><a:ext cx="11120800" cy="5117022"/></a:xfrm><a:prstGeom prst="rect"><a:avLst/></a:prstGeom></p:spPr></p:pic><p:cxnSp><p:nvCxnSpPr><p:cNvPr id="43" name="Straight Arrow Connector 42"><a:extLst><a:ext uri="{FF2B5EF4-FFF2-40B4-BE49-F238E27FC236}"><a16:creationId xmlns:a16="http://schemas.microsoft.com/office/drawing/2014/main" id="{543615E7-7481-16DC-AE4D-06F048F992F0}"/></a:ext></a:extLst></p:cNvPr><p:cNvCxnSpPr><a:cxnSpLocks/></p:cNvCxnSpPr><p:nvPr/></p:nvCxnSpPr><p:spPr><a:xfrm flipH="1" flipV="1"><a:off x="22467688" y="17947270"/><a:ext cx="1074700" cy="101392"/></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51" name="Straight Arrow Connector 50"><a:extLst><a:ext uri="{FF2B5EF4-FFF2-40B4-BE49-F238E27FC236}"><a16:creationId xmlns:a16="http://schemas.microsoft.com/office/drawing/2014/main" id="{0B1C873F-D5E9-3524-03AA-7EA3DB0EF51D}"/></a:ext></a:extLst></p:cNvPr><p:cNvCxnSpPr><a:cxnSpLocks/></p:cNvCxnSpPr><p:nvPr/></p:nvCxnSpPr><p:spPr><a:xfrm flipH="1" flipV="1"><a:off x="22594320" y="19549256"/><a:ext cx="948068" cy="126261"/></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cxnSp><p:nvCxnSpPr><p:cNvPr id="61" name="Straight Arrow Connector 60"><a:extLst><a:ext uri="{FF2B5EF4-FFF2-40B4-BE49-F238E27FC236}"><a16:creationId xmlns:a16="http://schemas.microsoft.com/office/drawing/2014/main" id="{CD450691-F3D7-CB9C-9E44-AA90F258EFB6}"/></a:ext></a:extLst></p:cNvPr><p:cNvCxnSpPr><a:cxnSpLocks/></p:cNvCxnSpPr><p:nvPr/></p:nvCxnSpPr><p:spPr><a:xfrm flipH="1"><a:off x="20263644" y="21686293"/><a:ext cx="3278744" cy="134363"/></a:xfrm><a:prstGeom prst="straightConnector1"><a:avLst/></a:prstGeom><a:ln w="57150"><a:solidFill><a:srgbClr val="407980"/></a:solidFill><a:tailEnd type="triangle"/></a:ln></p:spPr><p:style><a:lnRef idx="1"><a:schemeClr val="accent1"/></a:lnRef><a:fillRef idx="0"><a:schemeClr val="accent1"/></a:fillRef><a:effectRef idx="0"><a:schemeClr val="accent1"/></a:effectRef><a:fontRef idx="minor"><a:schemeClr val="tx1"/></a:fontRef></p:style></p:cxnSp></p:spTree></p:cSld><p:clrMapOvr><a:masterClrMapping/></p:clrMapOvr></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731</Words>
  <Application>Microsoft Macintosh PowerPoint</Application>
  <PresentationFormat>Custom</PresentationFormat>
  <Paragraphs>77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Roboto</vt:lpstr>
      <vt:lpstr>Twentieth Century</vt:lpstr>
      <vt:lpstr>Office Theme</vt:lpstr>
      <vt:lpstr>Design and Evaluation of an AI-Enhanced Gamified Quiz Plugin for Moodle:  Integrating Local LLM-Based Question Generation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ENG Chandoeun</dc:creator>
  <cp:lastModifiedBy>Eng Titya</cp:lastModifiedBy>
  <cp:revision>37</cp:revision>
  <dcterms:created xsi:type="dcterms:W3CDTF">2022-02-11T05:31:24Z</dcterms:created>
  <dcterms:modified xsi:type="dcterms:W3CDTF">2026-04-30T15:33:09Z</dcterms:modified>
</cp:coreProperties>
</file>