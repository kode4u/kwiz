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CA22-E027-3D7C-6E4F-623B97C5F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05076-39E1-FD1A-3FF9-244752AC6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2D186-0081-9E0E-BF65-44C023CA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78F4-F13D-FB18-245A-21CE7ED0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B92DE-8A08-6235-18E2-2A790166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4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994C-5211-2437-5A99-E44A3211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1FCA-DDA8-B168-D21B-813B9E143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04F65-D8FA-0F0C-1147-8FA265B0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9BDFF-B8A6-6FC8-3225-F9D2019B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6AB5C-D3AB-6175-3FF9-3AD5E8C4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1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5D3F-CDAF-E613-5EDA-0161FD05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9A0F8-7028-0148-0BBF-55C799136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03AD2-37BB-36DA-2BBC-7EECA9A9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9AABE-1A28-BAEA-B1F8-4FB8DEB6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590FC-BFFD-F17B-6130-2C3F123E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E6E3-E2C5-51B1-E104-5CD3DD69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E200-5EE5-D0B8-8DFD-6C5ADAF22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D1841-D27D-3D0B-AD39-3503C1D6E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F5052-3717-8605-A3F5-C615DD3B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6C843-8BCD-E3A9-BBE3-16D8BD1A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D8332-16CB-6D70-1D28-2B74AFE1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5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3E11-1116-0F04-EA10-86755530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EA2EE-0F4E-CB5F-4109-CCAE1CF3C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D6FBE-A5C4-65CD-A5F4-7DC1F5F73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AB753-33E4-BFF2-91ED-21F14419F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13D0C-47A1-8F82-D1A3-EB38C4A26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90596-654F-E533-2C40-1958464B4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AD90-FC6F-7F90-6E5B-627376A4C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A5F5B-043A-741B-B5BC-6F79D770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A84C-53EE-46D2-9878-DB9C66C2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88A5E-6F62-82E0-4F7A-428D3522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1945B-E805-8899-6381-EE7D511C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85B83-7D17-6CBB-7754-25D805CA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8A822-ED7A-26FE-DCF7-DCC13FFD5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91163-B51A-034B-139F-22CCF5DB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9C002-8EF2-9087-72CC-F91D673C9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144E-9953-9F86-3CF1-107126705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6D1F-F69C-2681-F896-EB85CF90D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59E5C-6A91-9018-D779-894F0709C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272FA-C613-DC58-9FC4-0E52BE1B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1572E-C566-1BE8-67AC-B54CD5AE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F7578-4284-AB13-D9D6-B3834B6D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F00E-F241-0256-125C-25287178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5CB1BA-43B7-096F-B701-6B930CB87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D7FF7-4F15-7529-B637-A11222EDA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14E62-6133-385B-99A5-6CA34E6E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8FA67-80E1-018E-B6E5-D5E34656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62BDA-561C-4A03-49F5-893ED708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6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0E58-A7B6-EF7E-853A-AB92B0EF2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9FB70-DF66-085C-4858-38947A2A8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BF6B-6E2D-FC59-E533-B55EFD13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75C5-CE08-DD15-053F-EF5F7C3C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D1BFE-1686-CB08-8D7B-A18A559A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5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D4F55-90BE-E953-9E19-70F3E5F9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10D2C-8BDA-F4B0-FDAA-53FB2174B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D4FF-B777-8A37-D054-530E682A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788EE-72AB-B02E-EFBC-4A5B7866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17EE-B0B3-D321-FB7F-394527D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8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523D0-94A2-6666-31E0-A0D66D9D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9E059-8522-EB8E-07A6-6076267A9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FDCC9-2116-6518-CAB3-377F38199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59CA7-779A-4F10-A79A-3E93B80FEA0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4D81B-C23D-B119-A6ED-A4626FF88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B6D71-43E6-3008-8C6C-AF0B645AC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D2CA8-3F8E-4294-BEDD-B88A06366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7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7E80-BE98-642D-C162-E9A56CA1FD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 Write and Create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E6066-E2E3-4253-0597-6DE324D926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</a:t>
            </a:r>
          </a:p>
          <a:p>
            <a:r>
              <a:rPr lang="en-US" dirty="0"/>
              <a:t>Write</a:t>
            </a:r>
          </a:p>
          <a:p>
            <a:r>
              <a:rPr lang="en-US" dirty="0"/>
              <a:t>Create</a:t>
            </a:r>
          </a:p>
        </p:txBody>
      </p:sp>
    </p:spTree>
    <p:extLst>
      <p:ext uri="{BB962C8B-B14F-4D97-AF65-F5344CB8AC3E}">
        <p14:creationId xmlns:p14="http://schemas.microsoft.com/office/powerpoint/2010/main" val="116411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F910-3C5C-03ED-4F09-09BCD5F3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542E-1490-1DCD-66F4-0133CF81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built-in </a:t>
            </a:r>
            <a:r>
              <a:rPr lang="en-US" b="1" dirty="0"/>
              <a:t>open() </a:t>
            </a:r>
            <a:r>
              <a:rPr lang="en-US" dirty="0"/>
              <a:t>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8E97D-7EDD-95B1-3BB7-71A0680B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9453"/>
            <a:ext cx="6785077" cy="175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7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F910-3C5C-03ED-4F09-09BCD5F3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542E-1490-1DCD-66F4-0133CF81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built-in </a:t>
            </a:r>
            <a:r>
              <a:rPr lang="en-US" b="1" dirty="0"/>
              <a:t>open() </a:t>
            </a:r>
            <a:r>
              <a:rPr lang="en-US" dirty="0"/>
              <a:t>function.</a:t>
            </a:r>
            <a:br>
              <a:rPr lang="en-US" dirty="0"/>
            </a:br>
            <a:r>
              <a:rPr lang="en-US" dirty="0"/>
              <a:t>Using the </a:t>
            </a:r>
            <a:r>
              <a:rPr lang="en-US" b="1" dirty="0"/>
              <a:t>with</a:t>
            </a:r>
            <a:r>
              <a:rPr lang="en-US" dirty="0"/>
              <a:t> keyword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91A9CE-C24B-402B-8B87-6C21AFE46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9826"/>
            <a:ext cx="9249088" cy="219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2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F910-3C5C-03ED-4F09-09BCD5F3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542E-1490-1DCD-66F4-0133CF81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built-in </a:t>
            </a:r>
            <a:r>
              <a:rPr lang="en-US" b="1" dirty="0"/>
              <a:t>open() </a:t>
            </a:r>
            <a:r>
              <a:rPr lang="en-US" dirty="0"/>
              <a:t>function.</a:t>
            </a:r>
            <a:br>
              <a:rPr lang="en-US" dirty="0"/>
            </a:br>
            <a:r>
              <a:rPr lang="en-US" dirty="0"/>
              <a:t>Read Only Parts of the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37CDD-BC9E-1943-4D81-29A3D9DE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66" y="3226203"/>
            <a:ext cx="8645843" cy="204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6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F910-3C5C-03ED-4F09-09BCD5F3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542E-1490-1DCD-66F4-0133CF81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built-in </a:t>
            </a:r>
            <a:r>
              <a:rPr lang="en-US" b="1" dirty="0"/>
              <a:t>open() </a:t>
            </a:r>
            <a:r>
              <a:rPr lang="en-US" dirty="0"/>
              <a:t>function.</a:t>
            </a:r>
            <a:br>
              <a:rPr lang="en-US" dirty="0"/>
            </a:br>
            <a:r>
              <a:rPr lang="en-US" dirty="0"/>
              <a:t>By looping through the lines of the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9A680-792A-84DD-BEA2-AAE6DF91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3044"/>
            <a:ext cx="8668045" cy="265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6675-7CD9-C442-A1F6-FF8D495E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4FC7-4842-0765-2BB3-9CEF93FFE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write to an existing file, you must add a parameter to the </a:t>
            </a:r>
            <a:r>
              <a:rPr lang="en-US" b="1" dirty="0"/>
              <a:t>open() </a:t>
            </a:r>
            <a:r>
              <a:rPr lang="en-US" dirty="0"/>
              <a:t>function:</a:t>
            </a:r>
          </a:p>
          <a:p>
            <a:pPr lvl="1"/>
            <a:r>
              <a:rPr lang="en-US" dirty="0"/>
              <a:t>"a" - Append - will append to the end of the file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"w" - Write - will overwrite any existing content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E77A8-B49E-993C-1319-4A6D250BE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722" y="3925685"/>
            <a:ext cx="6660833" cy="270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8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Read Write and Create File</vt:lpstr>
      <vt:lpstr>Read File</vt:lpstr>
      <vt:lpstr>Read File</vt:lpstr>
      <vt:lpstr>Read File</vt:lpstr>
      <vt:lpstr>Read File</vt:lpstr>
      <vt:lpstr>Write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Write and Create File</dc:title>
  <dc:creator>Sam Art Horn</dc:creator>
  <cp:lastModifiedBy>Sam Art Horn</cp:lastModifiedBy>
  <cp:revision>1</cp:revision>
  <dcterms:created xsi:type="dcterms:W3CDTF">2026-06-01T01:17:44Z</dcterms:created>
  <dcterms:modified xsi:type="dcterms:W3CDTF">2026-06-01T01:46:48Z</dcterms:modified>
</cp:coreProperties>
</file>